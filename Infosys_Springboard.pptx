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84BEC3-89DC-F512-6931-69C115D7D456}" v="598" dt="2026-03-23T18:47:23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2CBDB2-2DE7-4CF2-A22E-BC123BF1D993}" type="doc">
      <dgm:prSet loTypeId="urn:microsoft.com/office/officeart/2005/8/layout/cycle2" loCatId="cycle" qsTypeId="urn:microsoft.com/office/officeart/2005/8/quickstyle/simple4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AF0467E4-8DF3-4436-9415-428AD922BBFB}">
      <dgm:prSet/>
      <dgm:spPr/>
      <dgm:t>
        <a:bodyPr/>
        <a:lstStyle/>
        <a:p>
          <a:r>
            <a:rPr lang="en-US"/>
            <a:t>The proposed application is an AI-powered subject segmentation system designed to automatically identify, segment, and extract the primary object from complex real-world images.</a:t>
          </a:r>
        </a:p>
      </dgm:t>
    </dgm:pt>
    <dgm:pt modelId="{C1BD09C6-9650-4389-AB7F-3B874170404D}" type="parTrans" cxnId="{E3F97C31-BE15-4CC3-A940-66EC841F6321}">
      <dgm:prSet/>
      <dgm:spPr/>
      <dgm:t>
        <a:bodyPr/>
        <a:lstStyle/>
        <a:p>
          <a:endParaRPr lang="en-US"/>
        </a:p>
      </dgm:t>
    </dgm:pt>
    <dgm:pt modelId="{DD3DAC30-2958-4593-98A0-754FF0D7AA0F}" type="sibTrans" cxnId="{E3F97C31-BE15-4CC3-A940-66EC841F6321}">
      <dgm:prSet/>
      <dgm:spPr/>
      <dgm:t>
        <a:bodyPr/>
        <a:lstStyle/>
        <a:p>
          <a:endParaRPr lang="en-US"/>
        </a:p>
      </dgm:t>
    </dgm:pt>
    <dgm:pt modelId="{CF19B992-E596-4019-A6CB-E250B8FFFF2F}">
      <dgm:prSet/>
      <dgm:spPr/>
      <dgm:t>
        <a:bodyPr/>
        <a:lstStyle/>
        <a:p>
          <a:r>
            <a:rPr lang="en-US"/>
            <a:t>It leverages deep learning-based semantic segmentation techniques trained on the COCO dataset to achieve accurate and scalable results.</a:t>
          </a:r>
        </a:p>
      </dgm:t>
    </dgm:pt>
    <dgm:pt modelId="{057DDBA2-125D-4F5C-8E1E-65F27D08E7A4}" type="parTrans" cxnId="{61193F59-D94D-47AC-9D30-DE9C2B017279}">
      <dgm:prSet/>
      <dgm:spPr/>
      <dgm:t>
        <a:bodyPr/>
        <a:lstStyle/>
        <a:p>
          <a:endParaRPr lang="en-US"/>
        </a:p>
      </dgm:t>
    </dgm:pt>
    <dgm:pt modelId="{8614D34D-4DAA-4B3C-B3CF-0A625D71DC86}" type="sibTrans" cxnId="{61193F59-D94D-47AC-9D30-DE9C2B017279}">
      <dgm:prSet/>
      <dgm:spPr/>
      <dgm:t>
        <a:bodyPr/>
        <a:lstStyle/>
        <a:p>
          <a:endParaRPr lang="en-US"/>
        </a:p>
      </dgm:t>
    </dgm:pt>
    <dgm:pt modelId="{7789A1AF-8C48-4531-9BB3-3192AFAB497A}">
      <dgm:prSet/>
      <dgm:spPr/>
      <dgm:t>
        <a:bodyPr/>
        <a:lstStyle/>
        <a:p>
          <a:r>
            <a:rPr lang="en-US"/>
            <a:t>1. </a:t>
          </a:r>
          <a:r>
            <a:rPr lang="en-US" b="1"/>
            <a:t>Data Acquisition</a:t>
          </a:r>
          <a:endParaRPr lang="en-US"/>
        </a:p>
      </dgm:t>
    </dgm:pt>
    <dgm:pt modelId="{5F2D79E0-EF0A-4D7A-A02A-AE22751677BA}" type="parTrans" cxnId="{B1E4B8AF-1FB5-4ACF-8DDD-F393707669D1}">
      <dgm:prSet/>
      <dgm:spPr/>
      <dgm:t>
        <a:bodyPr/>
        <a:lstStyle/>
        <a:p>
          <a:endParaRPr lang="en-US"/>
        </a:p>
      </dgm:t>
    </dgm:pt>
    <dgm:pt modelId="{ADFD9539-C51D-4891-A918-FFB6A16EF14D}" type="sibTrans" cxnId="{B1E4B8AF-1FB5-4ACF-8DDD-F393707669D1}">
      <dgm:prSet/>
      <dgm:spPr/>
      <dgm:t>
        <a:bodyPr/>
        <a:lstStyle/>
        <a:p>
          <a:endParaRPr lang="en-US"/>
        </a:p>
      </dgm:t>
    </dgm:pt>
    <dgm:pt modelId="{241B0EFB-0242-49E6-91BA-BCDBA100E878}">
      <dgm:prSet/>
      <dgm:spPr/>
      <dgm:t>
        <a:bodyPr/>
        <a:lstStyle/>
        <a:p>
          <a:r>
            <a:rPr lang="en-US"/>
            <a:t>2. </a:t>
          </a:r>
          <a:r>
            <a:rPr lang="en-US" b="1"/>
            <a:t>Image Preprocessing</a:t>
          </a:r>
          <a:endParaRPr lang="en-US"/>
        </a:p>
      </dgm:t>
    </dgm:pt>
    <dgm:pt modelId="{0F5B6093-EFB4-422F-9F62-B14B671C5C52}" type="parTrans" cxnId="{AFFB3674-713D-4B14-AA3D-3593CF3FC6E1}">
      <dgm:prSet/>
      <dgm:spPr/>
      <dgm:t>
        <a:bodyPr/>
        <a:lstStyle/>
        <a:p>
          <a:endParaRPr lang="en-US"/>
        </a:p>
      </dgm:t>
    </dgm:pt>
    <dgm:pt modelId="{BB10D6B8-4489-45C7-9661-60230141BB89}" type="sibTrans" cxnId="{AFFB3674-713D-4B14-AA3D-3593CF3FC6E1}">
      <dgm:prSet/>
      <dgm:spPr/>
      <dgm:t>
        <a:bodyPr/>
        <a:lstStyle/>
        <a:p>
          <a:endParaRPr lang="en-US"/>
        </a:p>
      </dgm:t>
    </dgm:pt>
    <dgm:pt modelId="{5285AF2B-3742-471B-8173-A24D857946A8}">
      <dgm:prSet/>
      <dgm:spPr/>
      <dgm:t>
        <a:bodyPr/>
        <a:lstStyle/>
        <a:p>
          <a:r>
            <a:rPr lang="en-US"/>
            <a:t>3. </a:t>
          </a:r>
          <a:r>
            <a:rPr lang="en-US" b="1"/>
            <a:t>Mask Generation </a:t>
          </a:r>
          <a:endParaRPr lang="en-US"/>
        </a:p>
      </dgm:t>
    </dgm:pt>
    <dgm:pt modelId="{F2DCE367-AAF2-4817-B3CE-36BDC3647D26}" type="parTrans" cxnId="{468E6349-7F4D-48EF-BBCC-EC478A14836F}">
      <dgm:prSet/>
      <dgm:spPr/>
      <dgm:t>
        <a:bodyPr/>
        <a:lstStyle/>
        <a:p>
          <a:endParaRPr lang="en-US"/>
        </a:p>
      </dgm:t>
    </dgm:pt>
    <dgm:pt modelId="{2FB13113-05F7-4D5C-B44E-BD560947532F}" type="sibTrans" cxnId="{468E6349-7F4D-48EF-BBCC-EC478A14836F}">
      <dgm:prSet/>
      <dgm:spPr/>
      <dgm:t>
        <a:bodyPr/>
        <a:lstStyle/>
        <a:p>
          <a:endParaRPr lang="en-US"/>
        </a:p>
      </dgm:t>
    </dgm:pt>
    <dgm:pt modelId="{7900AC08-8F23-4C1A-95A0-A82D21A3DA68}">
      <dgm:prSet/>
      <dgm:spPr/>
      <dgm:t>
        <a:bodyPr/>
        <a:lstStyle/>
        <a:p>
          <a:r>
            <a:rPr lang="en-US"/>
            <a:t>4. </a:t>
          </a:r>
          <a:r>
            <a:rPr lang="en-US" b="1"/>
            <a:t>Model Training</a:t>
          </a:r>
          <a:endParaRPr lang="en-US"/>
        </a:p>
      </dgm:t>
    </dgm:pt>
    <dgm:pt modelId="{D2B8A074-192C-463F-9106-147B0C69BBDF}" type="parTrans" cxnId="{08591549-82F8-450D-A1B8-9518A612A31C}">
      <dgm:prSet/>
      <dgm:spPr/>
      <dgm:t>
        <a:bodyPr/>
        <a:lstStyle/>
        <a:p>
          <a:endParaRPr lang="en-US"/>
        </a:p>
      </dgm:t>
    </dgm:pt>
    <dgm:pt modelId="{51C7A6DB-DC45-4A04-95D7-9E81A5956204}" type="sibTrans" cxnId="{08591549-82F8-450D-A1B8-9518A612A31C}">
      <dgm:prSet/>
      <dgm:spPr/>
      <dgm:t>
        <a:bodyPr/>
        <a:lstStyle/>
        <a:p>
          <a:endParaRPr lang="en-US"/>
        </a:p>
      </dgm:t>
    </dgm:pt>
    <dgm:pt modelId="{488680B6-C4B0-4ADC-A413-68BACAA09122}">
      <dgm:prSet/>
      <dgm:spPr/>
      <dgm:t>
        <a:bodyPr/>
        <a:lstStyle/>
        <a:p>
          <a:r>
            <a:rPr lang="en-US"/>
            <a:t>5. </a:t>
          </a:r>
          <a:r>
            <a:rPr lang="en-US" b="1"/>
            <a:t>Inference &amp; Prediction</a:t>
          </a:r>
          <a:endParaRPr lang="en-US"/>
        </a:p>
      </dgm:t>
    </dgm:pt>
    <dgm:pt modelId="{31AB3329-D8C3-4FDF-8665-3C7D8BD8B622}" type="parTrans" cxnId="{2DC626CE-8658-43C0-8A68-D849C6C00014}">
      <dgm:prSet/>
      <dgm:spPr/>
      <dgm:t>
        <a:bodyPr/>
        <a:lstStyle/>
        <a:p>
          <a:endParaRPr lang="en-US"/>
        </a:p>
      </dgm:t>
    </dgm:pt>
    <dgm:pt modelId="{5A8DCF17-AE8F-4CF0-A981-F89035B70777}" type="sibTrans" cxnId="{2DC626CE-8658-43C0-8A68-D849C6C00014}">
      <dgm:prSet/>
      <dgm:spPr/>
      <dgm:t>
        <a:bodyPr/>
        <a:lstStyle/>
        <a:p>
          <a:endParaRPr lang="en-US"/>
        </a:p>
      </dgm:t>
    </dgm:pt>
    <dgm:pt modelId="{2D41C2D9-12D3-444D-9C57-C37E72716A77}">
      <dgm:prSet/>
      <dgm:spPr/>
      <dgm:t>
        <a:bodyPr/>
        <a:lstStyle/>
        <a:p>
          <a:r>
            <a:rPr lang="en-US"/>
            <a:t>6. </a:t>
          </a:r>
          <a:r>
            <a:rPr lang="en-US" b="1"/>
            <a:t>User Interface </a:t>
          </a:r>
          <a:endParaRPr lang="en-US"/>
        </a:p>
      </dgm:t>
    </dgm:pt>
    <dgm:pt modelId="{008C008B-122D-4A7D-9702-78091C77ECA1}" type="parTrans" cxnId="{DDC6B58F-E4C2-41E8-AE6C-EFDA677080ED}">
      <dgm:prSet/>
      <dgm:spPr/>
      <dgm:t>
        <a:bodyPr/>
        <a:lstStyle/>
        <a:p>
          <a:endParaRPr lang="en-US"/>
        </a:p>
      </dgm:t>
    </dgm:pt>
    <dgm:pt modelId="{5B40AF27-ECE0-4207-8E13-B5689A6C900E}" type="sibTrans" cxnId="{DDC6B58F-E4C2-41E8-AE6C-EFDA677080ED}">
      <dgm:prSet/>
      <dgm:spPr/>
      <dgm:t>
        <a:bodyPr/>
        <a:lstStyle/>
        <a:p>
          <a:endParaRPr lang="en-US"/>
        </a:p>
      </dgm:t>
    </dgm:pt>
    <dgm:pt modelId="{87FE4DD7-D09A-406E-88EE-3F0D266C29D5}" type="pres">
      <dgm:prSet presAssocID="{5A2CBDB2-2DE7-4CF2-A22E-BC123BF1D993}" presName="cycle" presStyleCnt="0">
        <dgm:presLayoutVars>
          <dgm:dir/>
          <dgm:resizeHandles val="exact"/>
        </dgm:presLayoutVars>
      </dgm:prSet>
      <dgm:spPr/>
    </dgm:pt>
    <dgm:pt modelId="{12E53711-C170-44E0-8CF2-9B16F395791D}" type="pres">
      <dgm:prSet presAssocID="{AF0467E4-8DF3-4436-9415-428AD922BBFB}" presName="node" presStyleLbl="node1" presStyleIdx="0" presStyleCnt="8">
        <dgm:presLayoutVars>
          <dgm:bulletEnabled val="1"/>
        </dgm:presLayoutVars>
      </dgm:prSet>
      <dgm:spPr/>
    </dgm:pt>
    <dgm:pt modelId="{DB3C2473-1F46-4C38-881D-EA63FECB06B6}" type="pres">
      <dgm:prSet presAssocID="{DD3DAC30-2958-4593-98A0-754FF0D7AA0F}" presName="sibTrans" presStyleLbl="sibTrans2D1" presStyleIdx="0" presStyleCnt="8"/>
      <dgm:spPr/>
    </dgm:pt>
    <dgm:pt modelId="{9D903535-3483-44CB-B0B1-9941F843F50C}" type="pres">
      <dgm:prSet presAssocID="{DD3DAC30-2958-4593-98A0-754FF0D7AA0F}" presName="connectorText" presStyleLbl="sibTrans2D1" presStyleIdx="0" presStyleCnt="8"/>
      <dgm:spPr/>
    </dgm:pt>
    <dgm:pt modelId="{BE0525A0-61F9-48A6-B131-6017E33F1611}" type="pres">
      <dgm:prSet presAssocID="{CF19B992-E596-4019-A6CB-E250B8FFFF2F}" presName="node" presStyleLbl="node1" presStyleIdx="1" presStyleCnt="8">
        <dgm:presLayoutVars>
          <dgm:bulletEnabled val="1"/>
        </dgm:presLayoutVars>
      </dgm:prSet>
      <dgm:spPr/>
    </dgm:pt>
    <dgm:pt modelId="{71B3C49E-D055-46F8-A41F-A4402EB89A4B}" type="pres">
      <dgm:prSet presAssocID="{8614D34D-4DAA-4B3C-B3CF-0A625D71DC86}" presName="sibTrans" presStyleLbl="sibTrans2D1" presStyleIdx="1" presStyleCnt="8"/>
      <dgm:spPr/>
    </dgm:pt>
    <dgm:pt modelId="{F5A42D5C-E13D-4AAF-B4B8-42AD422C4B5D}" type="pres">
      <dgm:prSet presAssocID="{8614D34D-4DAA-4B3C-B3CF-0A625D71DC86}" presName="connectorText" presStyleLbl="sibTrans2D1" presStyleIdx="1" presStyleCnt="8"/>
      <dgm:spPr/>
    </dgm:pt>
    <dgm:pt modelId="{4EF740F9-C982-4080-867B-475BD719C7A8}" type="pres">
      <dgm:prSet presAssocID="{7789A1AF-8C48-4531-9BB3-3192AFAB497A}" presName="node" presStyleLbl="node1" presStyleIdx="2" presStyleCnt="8">
        <dgm:presLayoutVars>
          <dgm:bulletEnabled val="1"/>
        </dgm:presLayoutVars>
      </dgm:prSet>
      <dgm:spPr/>
    </dgm:pt>
    <dgm:pt modelId="{5A4ECD23-6169-4060-B108-83CB0561F4C8}" type="pres">
      <dgm:prSet presAssocID="{ADFD9539-C51D-4891-A918-FFB6A16EF14D}" presName="sibTrans" presStyleLbl="sibTrans2D1" presStyleIdx="2" presStyleCnt="8"/>
      <dgm:spPr/>
    </dgm:pt>
    <dgm:pt modelId="{ED8B746E-085B-4FCC-89FF-8D8AA996464D}" type="pres">
      <dgm:prSet presAssocID="{ADFD9539-C51D-4891-A918-FFB6A16EF14D}" presName="connectorText" presStyleLbl="sibTrans2D1" presStyleIdx="2" presStyleCnt="8"/>
      <dgm:spPr/>
    </dgm:pt>
    <dgm:pt modelId="{3B0226D5-127D-4B0E-B810-E9F1E59EFF48}" type="pres">
      <dgm:prSet presAssocID="{241B0EFB-0242-49E6-91BA-BCDBA100E878}" presName="node" presStyleLbl="node1" presStyleIdx="3" presStyleCnt="8">
        <dgm:presLayoutVars>
          <dgm:bulletEnabled val="1"/>
        </dgm:presLayoutVars>
      </dgm:prSet>
      <dgm:spPr/>
    </dgm:pt>
    <dgm:pt modelId="{74D58750-8587-41DF-906C-C7590F15ED66}" type="pres">
      <dgm:prSet presAssocID="{BB10D6B8-4489-45C7-9661-60230141BB89}" presName="sibTrans" presStyleLbl="sibTrans2D1" presStyleIdx="3" presStyleCnt="8"/>
      <dgm:spPr/>
    </dgm:pt>
    <dgm:pt modelId="{62502E18-4E00-4F3F-935F-6A88D35F5B58}" type="pres">
      <dgm:prSet presAssocID="{BB10D6B8-4489-45C7-9661-60230141BB89}" presName="connectorText" presStyleLbl="sibTrans2D1" presStyleIdx="3" presStyleCnt="8"/>
      <dgm:spPr/>
    </dgm:pt>
    <dgm:pt modelId="{37B1C6FD-85FE-4D9B-AF12-5622C5919069}" type="pres">
      <dgm:prSet presAssocID="{5285AF2B-3742-471B-8173-A24D857946A8}" presName="node" presStyleLbl="node1" presStyleIdx="4" presStyleCnt="8">
        <dgm:presLayoutVars>
          <dgm:bulletEnabled val="1"/>
        </dgm:presLayoutVars>
      </dgm:prSet>
      <dgm:spPr/>
    </dgm:pt>
    <dgm:pt modelId="{17E42068-4B51-4B5E-AF29-4EFAFF88CCE4}" type="pres">
      <dgm:prSet presAssocID="{2FB13113-05F7-4D5C-B44E-BD560947532F}" presName="sibTrans" presStyleLbl="sibTrans2D1" presStyleIdx="4" presStyleCnt="8"/>
      <dgm:spPr/>
    </dgm:pt>
    <dgm:pt modelId="{B227E309-3B78-4C5A-B587-B00A418E5C96}" type="pres">
      <dgm:prSet presAssocID="{2FB13113-05F7-4D5C-B44E-BD560947532F}" presName="connectorText" presStyleLbl="sibTrans2D1" presStyleIdx="4" presStyleCnt="8"/>
      <dgm:spPr/>
    </dgm:pt>
    <dgm:pt modelId="{E1B1CAEC-A7FC-432F-90B9-090C24EDE3CB}" type="pres">
      <dgm:prSet presAssocID="{7900AC08-8F23-4C1A-95A0-A82D21A3DA68}" presName="node" presStyleLbl="node1" presStyleIdx="5" presStyleCnt="8">
        <dgm:presLayoutVars>
          <dgm:bulletEnabled val="1"/>
        </dgm:presLayoutVars>
      </dgm:prSet>
      <dgm:spPr/>
    </dgm:pt>
    <dgm:pt modelId="{E3E1DF4A-C20B-4C4B-85B8-2F32EE6C3532}" type="pres">
      <dgm:prSet presAssocID="{51C7A6DB-DC45-4A04-95D7-9E81A5956204}" presName="sibTrans" presStyleLbl="sibTrans2D1" presStyleIdx="5" presStyleCnt="8"/>
      <dgm:spPr/>
    </dgm:pt>
    <dgm:pt modelId="{E17BB1CB-8495-4A6F-AD91-E9F81CD951B4}" type="pres">
      <dgm:prSet presAssocID="{51C7A6DB-DC45-4A04-95D7-9E81A5956204}" presName="connectorText" presStyleLbl="sibTrans2D1" presStyleIdx="5" presStyleCnt="8"/>
      <dgm:spPr/>
    </dgm:pt>
    <dgm:pt modelId="{02DBC1F4-02C7-483D-BA21-5AACC7DD5CB8}" type="pres">
      <dgm:prSet presAssocID="{488680B6-C4B0-4ADC-A413-68BACAA09122}" presName="node" presStyleLbl="node1" presStyleIdx="6" presStyleCnt="8">
        <dgm:presLayoutVars>
          <dgm:bulletEnabled val="1"/>
        </dgm:presLayoutVars>
      </dgm:prSet>
      <dgm:spPr/>
    </dgm:pt>
    <dgm:pt modelId="{6215F917-D08B-477A-BB18-B31F531EB133}" type="pres">
      <dgm:prSet presAssocID="{5A8DCF17-AE8F-4CF0-A981-F89035B70777}" presName="sibTrans" presStyleLbl="sibTrans2D1" presStyleIdx="6" presStyleCnt="8"/>
      <dgm:spPr/>
    </dgm:pt>
    <dgm:pt modelId="{C5867B11-D479-44D6-91D7-F40983B5E8BE}" type="pres">
      <dgm:prSet presAssocID="{5A8DCF17-AE8F-4CF0-A981-F89035B70777}" presName="connectorText" presStyleLbl="sibTrans2D1" presStyleIdx="6" presStyleCnt="8"/>
      <dgm:spPr/>
    </dgm:pt>
    <dgm:pt modelId="{3ED76081-131D-4B27-92E5-3254068B55AF}" type="pres">
      <dgm:prSet presAssocID="{2D41C2D9-12D3-444D-9C57-C37E72716A77}" presName="node" presStyleLbl="node1" presStyleIdx="7" presStyleCnt="8">
        <dgm:presLayoutVars>
          <dgm:bulletEnabled val="1"/>
        </dgm:presLayoutVars>
      </dgm:prSet>
      <dgm:spPr/>
    </dgm:pt>
    <dgm:pt modelId="{AEF7E401-0647-4B22-AA8C-2B20F4BE167F}" type="pres">
      <dgm:prSet presAssocID="{5B40AF27-ECE0-4207-8E13-B5689A6C900E}" presName="sibTrans" presStyleLbl="sibTrans2D1" presStyleIdx="7" presStyleCnt="8"/>
      <dgm:spPr/>
    </dgm:pt>
    <dgm:pt modelId="{BD488BDB-2080-44FE-AABF-938404CA5E7E}" type="pres">
      <dgm:prSet presAssocID="{5B40AF27-ECE0-4207-8E13-B5689A6C900E}" presName="connectorText" presStyleLbl="sibTrans2D1" presStyleIdx="7" presStyleCnt="8"/>
      <dgm:spPr/>
    </dgm:pt>
  </dgm:ptLst>
  <dgm:cxnLst>
    <dgm:cxn modelId="{057E3318-26E3-4461-8D84-1FBD767F85CE}" type="presOf" srcId="{2FB13113-05F7-4D5C-B44E-BD560947532F}" destId="{B227E309-3B78-4C5A-B587-B00A418E5C96}" srcOrd="1" destOrd="0" presId="urn:microsoft.com/office/officeart/2005/8/layout/cycle2"/>
    <dgm:cxn modelId="{7A934F1A-37CD-459E-9CEE-86E7894A594A}" type="presOf" srcId="{5B40AF27-ECE0-4207-8E13-B5689A6C900E}" destId="{BD488BDB-2080-44FE-AABF-938404CA5E7E}" srcOrd="1" destOrd="0" presId="urn:microsoft.com/office/officeart/2005/8/layout/cycle2"/>
    <dgm:cxn modelId="{D47C471D-8C33-4660-87DD-48E468207CC0}" type="presOf" srcId="{BB10D6B8-4489-45C7-9661-60230141BB89}" destId="{62502E18-4E00-4F3F-935F-6A88D35F5B58}" srcOrd="1" destOrd="0" presId="urn:microsoft.com/office/officeart/2005/8/layout/cycle2"/>
    <dgm:cxn modelId="{8EDD4D23-0CE0-42AC-9EA9-59A8C819013B}" type="presOf" srcId="{5A8DCF17-AE8F-4CF0-A981-F89035B70777}" destId="{C5867B11-D479-44D6-91D7-F40983B5E8BE}" srcOrd="1" destOrd="0" presId="urn:microsoft.com/office/officeart/2005/8/layout/cycle2"/>
    <dgm:cxn modelId="{E3F97C31-BE15-4CC3-A940-66EC841F6321}" srcId="{5A2CBDB2-2DE7-4CF2-A22E-BC123BF1D993}" destId="{AF0467E4-8DF3-4436-9415-428AD922BBFB}" srcOrd="0" destOrd="0" parTransId="{C1BD09C6-9650-4389-AB7F-3B874170404D}" sibTransId="{DD3DAC30-2958-4593-98A0-754FF0D7AA0F}"/>
    <dgm:cxn modelId="{1B1A9E35-F3C5-4A66-8295-FF49DF180DFE}" type="presOf" srcId="{241B0EFB-0242-49E6-91BA-BCDBA100E878}" destId="{3B0226D5-127D-4B0E-B810-E9F1E59EFF48}" srcOrd="0" destOrd="0" presId="urn:microsoft.com/office/officeart/2005/8/layout/cycle2"/>
    <dgm:cxn modelId="{DE401B47-02E4-4A4C-B7F6-AF398BBEAA50}" type="presOf" srcId="{7789A1AF-8C48-4531-9BB3-3192AFAB497A}" destId="{4EF740F9-C982-4080-867B-475BD719C7A8}" srcOrd="0" destOrd="0" presId="urn:microsoft.com/office/officeart/2005/8/layout/cycle2"/>
    <dgm:cxn modelId="{08591549-82F8-450D-A1B8-9518A612A31C}" srcId="{5A2CBDB2-2DE7-4CF2-A22E-BC123BF1D993}" destId="{7900AC08-8F23-4C1A-95A0-A82D21A3DA68}" srcOrd="5" destOrd="0" parTransId="{D2B8A074-192C-463F-9106-147B0C69BBDF}" sibTransId="{51C7A6DB-DC45-4A04-95D7-9E81A5956204}"/>
    <dgm:cxn modelId="{468E6349-7F4D-48EF-BBCC-EC478A14836F}" srcId="{5A2CBDB2-2DE7-4CF2-A22E-BC123BF1D993}" destId="{5285AF2B-3742-471B-8173-A24D857946A8}" srcOrd="4" destOrd="0" parTransId="{F2DCE367-AAF2-4817-B3CE-36BDC3647D26}" sibTransId="{2FB13113-05F7-4D5C-B44E-BD560947532F}"/>
    <dgm:cxn modelId="{05720F6E-5445-4546-851E-5E97B5716435}" type="presOf" srcId="{2D41C2D9-12D3-444D-9C57-C37E72716A77}" destId="{3ED76081-131D-4B27-92E5-3254068B55AF}" srcOrd="0" destOrd="0" presId="urn:microsoft.com/office/officeart/2005/8/layout/cycle2"/>
    <dgm:cxn modelId="{0559614F-571C-43D9-B23F-1E317E6E1541}" type="presOf" srcId="{DD3DAC30-2958-4593-98A0-754FF0D7AA0F}" destId="{9D903535-3483-44CB-B0B1-9941F843F50C}" srcOrd="1" destOrd="0" presId="urn:microsoft.com/office/officeart/2005/8/layout/cycle2"/>
    <dgm:cxn modelId="{6387596F-BD30-44CC-9638-607DFF6EDEF1}" type="presOf" srcId="{BB10D6B8-4489-45C7-9661-60230141BB89}" destId="{74D58750-8587-41DF-906C-C7590F15ED66}" srcOrd="0" destOrd="0" presId="urn:microsoft.com/office/officeart/2005/8/layout/cycle2"/>
    <dgm:cxn modelId="{E1B7AD4F-CBC3-41D7-B9C6-A05AFD4E42A5}" type="presOf" srcId="{ADFD9539-C51D-4891-A918-FFB6A16EF14D}" destId="{5A4ECD23-6169-4060-B108-83CB0561F4C8}" srcOrd="0" destOrd="0" presId="urn:microsoft.com/office/officeart/2005/8/layout/cycle2"/>
    <dgm:cxn modelId="{AFFB3674-713D-4B14-AA3D-3593CF3FC6E1}" srcId="{5A2CBDB2-2DE7-4CF2-A22E-BC123BF1D993}" destId="{241B0EFB-0242-49E6-91BA-BCDBA100E878}" srcOrd="3" destOrd="0" parTransId="{0F5B6093-EFB4-422F-9F62-B14B671C5C52}" sibTransId="{BB10D6B8-4489-45C7-9661-60230141BB89}"/>
    <dgm:cxn modelId="{61193F59-D94D-47AC-9D30-DE9C2B017279}" srcId="{5A2CBDB2-2DE7-4CF2-A22E-BC123BF1D993}" destId="{CF19B992-E596-4019-A6CB-E250B8FFFF2F}" srcOrd="1" destOrd="0" parTransId="{057DDBA2-125D-4F5C-8E1E-65F27D08E7A4}" sibTransId="{8614D34D-4DAA-4B3C-B3CF-0A625D71DC86}"/>
    <dgm:cxn modelId="{1FC8B97E-5D4D-4FA1-A0F1-0184E374ED8D}" type="presOf" srcId="{51C7A6DB-DC45-4A04-95D7-9E81A5956204}" destId="{E3E1DF4A-C20B-4C4B-85B8-2F32EE6C3532}" srcOrd="0" destOrd="0" presId="urn:microsoft.com/office/officeart/2005/8/layout/cycle2"/>
    <dgm:cxn modelId="{59F2A384-BFA2-4A76-BD47-D424DB71D463}" type="presOf" srcId="{8614D34D-4DAA-4B3C-B3CF-0A625D71DC86}" destId="{71B3C49E-D055-46F8-A41F-A4402EB89A4B}" srcOrd="0" destOrd="0" presId="urn:microsoft.com/office/officeart/2005/8/layout/cycle2"/>
    <dgm:cxn modelId="{748DC58B-3525-4DCF-8B70-5A0334309541}" type="presOf" srcId="{5A2CBDB2-2DE7-4CF2-A22E-BC123BF1D993}" destId="{87FE4DD7-D09A-406E-88EE-3F0D266C29D5}" srcOrd="0" destOrd="0" presId="urn:microsoft.com/office/officeart/2005/8/layout/cycle2"/>
    <dgm:cxn modelId="{DDC6B58F-E4C2-41E8-AE6C-EFDA677080ED}" srcId="{5A2CBDB2-2DE7-4CF2-A22E-BC123BF1D993}" destId="{2D41C2D9-12D3-444D-9C57-C37E72716A77}" srcOrd="7" destOrd="0" parTransId="{008C008B-122D-4A7D-9702-78091C77ECA1}" sibTransId="{5B40AF27-ECE0-4207-8E13-B5689A6C900E}"/>
    <dgm:cxn modelId="{BD338CA0-AD70-4C2E-954E-2BB886281054}" type="presOf" srcId="{8614D34D-4DAA-4B3C-B3CF-0A625D71DC86}" destId="{F5A42D5C-E13D-4AAF-B4B8-42AD422C4B5D}" srcOrd="1" destOrd="0" presId="urn:microsoft.com/office/officeart/2005/8/layout/cycle2"/>
    <dgm:cxn modelId="{B66031AC-ED9F-4A1F-ABFB-A1521F01F9EF}" type="presOf" srcId="{5B40AF27-ECE0-4207-8E13-B5689A6C900E}" destId="{AEF7E401-0647-4B22-AA8C-2B20F4BE167F}" srcOrd="0" destOrd="0" presId="urn:microsoft.com/office/officeart/2005/8/layout/cycle2"/>
    <dgm:cxn modelId="{B1E4B8AF-1FB5-4ACF-8DDD-F393707669D1}" srcId="{5A2CBDB2-2DE7-4CF2-A22E-BC123BF1D993}" destId="{7789A1AF-8C48-4531-9BB3-3192AFAB497A}" srcOrd="2" destOrd="0" parTransId="{5F2D79E0-EF0A-4D7A-A02A-AE22751677BA}" sibTransId="{ADFD9539-C51D-4891-A918-FFB6A16EF14D}"/>
    <dgm:cxn modelId="{7E9700C5-03A9-4F59-8AD4-1947F95C8424}" type="presOf" srcId="{7900AC08-8F23-4C1A-95A0-A82D21A3DA68}" destId="{E1B1CAEC-A7FC-432F-90B9-090C24EDE3CB}" srcOrd="0" destOrd="0" presId="urn:microsoft.com/office/officeart/2005/8/layout/cycle2"/>
    <dgm:cxn modelId="{2DC626CE-8658-43C0-8A68-D849C6C00014}" srcId="{5A2CBDB2-2DE7-4CF2-A22E-BC123BF1D993}" destId="{488680B6-C4B0-4ADC-A413-68BACAA09122}" srcOrd="6" destOrd="0" parTransId="{31AB3329-D8C3-4FDF-8665-3C7D8BD8B622}" sibTransId="{5A8DCF17-AE8F-4CF0-A981-F89035B70777}"/>
    <dgm:cxn modelId="{E6D12ED3-B598-4866-AF9A-BC5CCEFA0431}" type="presOf" srcId="{5285AF2B-3742-471B-8173-A24D857946A8}" destId="{37B1C6FD-85FE-4D9B-AF12-5622C5919069}" srcOrd="0" destOrd="0" presId="urn:microsoft.com/office/officeart/2005/8/layout/cycle2"/>
    <dgm:cxn modelId="{0E49B0D5-F031-48AA-80AA-18F1C660C76B}" type="presOf" srcId="{488680B6-C4B0-4ADC-A413-68BACAA09122}" destId="{02DBC1F4-02C7-483D-BA21-5AACC7DD5CB8}" srcOrd="0" destOrd="0" presId="urn:microsoft.com/office/officeart/2005/8/layout/cycle2"/>
    <dgm:cxn modelId="{2D8BCED8-F26F-4A96-8CE1-C80F7945C217}" type="presOf" srcId="{CF19B992-E596-4019-A6CB-E250B8FFFF2F}" destId="{BE0525A0-61F9-48A6-B131-6017E33F1611}" srcOrd="0" destOrd="0" presId="urn:microsoft.com/office/officeart/2005/8/layout/cycle2"/>
    <dgm:cxn modelId="{64D9D8E9-D54D-45AB-9C50-359505404D0B}" type="presOf" srcId="{ADFD9539-C51D-4891-A918-FFB6A16EF14D}" destId="{ED8B746E-085B-4FCC-89FF-8D8AA996464D}" srcOrd="1" destOrd="0" presId="urn:microsoft.com/office/officeart/2005/8/layout/cycle2"/>
    <dgm:cxn modelId="{CC422AEC-C036-4325-973B-41EA3CCCA1FE}" type="presOf" srcId="{2FB13113-05F7-4D5C-B44E-BD560947532F}" destId="{17E42068-4B51-4B5E-AF29-4EFAFF88CCE4}" srcOrd="0" destOrd="0" presId="urn:microsoft.com/office/officeart/2005/8/layout/cycle2"/>
    <dgm:cxn modelId="{CE47D5EF-0F3E-459E-9D60-01D1F55CAD92}" type="presOf" srcId="{51C7A6DB-DC45-4A04-95D7-9E81A5956204}" destId="{E17BB1CB-8495-4A6F-AD91-E9F81CD951B4}" srcOrd="1" destOrd="0" presId="urn:microsoft.com/office/officeart/2005/8/layout/cycle2"/>
    <dgm:cxn modelId="{FED8A8F2-E231-4DEF-B674-C24AF2209A22}" type="presOf" srcId="{DD3DAC30-2958-4593-98A0-754FF0D7AA0F}" destId="{DB3C2473-1F46-4C38-881D-EA63FECB06B6}" srcOrd="0" destOrd="0" presId="urn:microsoft.com/office/officeart/2005/8/layout/cycle2"/>
    <dgm:cxn modelId="{1C3571F4-C498-4212-82B1-BD30CF8FA85E}" type="presOf" srcId="{5A8DCF17-AE8F-4CF0-A981-F89035B70777}" destId="{6215F917-D08B-477A-BB18-B31F531EB133}" srcOrd="0" destOrd="0" presId="urn:microsoft.com/office/officeart/2005/8/layout/cycle2"/>
    <dgm:cxn modelId="{F1CB3DF9-7DDC-4AF1-884B-7D95351246AB}" type="presOf" srcId="{AF0467E4-8DF3-4436-9415-428AD922BBFB}" destId="{12E53711-C170-44E0-8CF2-9B16F395791D}" srcOrd="0" destOrd="0" presId="urn:microsoft.com/office/officeart/2005/8/layout/cycle2"/>
    <dgm:cxn modelId="{2D7CA8C5-F117-40F1-A65C-4CD194A777DD}" type="presParOf" srcId="{87FE4DD7-D09A-406E-88EE-3F0D266C29D5}" destId="{12E53711-C170-44E0-8CF2-9B16F395791D}" srcOrd="0" destOrd="0" presId="urn:microsoft.com/office/officeart/2005/8/layout/cycle2"/>
    <dgm:cxn modelId="{B0303C9C-C8ED-4116-AEF9-0DD562821871}" type="presParOf" srcId="{87FE4DD7-D09A-406E-88EE-3F0D266C29D5}" destId="{DB3C2473-1F46-4C38-881D-EA63FECB06B6}" srcOrd="1" destOrd="0" presId="urn:microsoft.com/office/officeart/2005/8/layout/cycle2"/>
    <dgm:cxn modelId="{223D4B32-B121-41C3-AD3C-221B391643AC}" type="presParOf" srcId="{DB3C2473-1F46-4C38-881D-EA63FECB06B6}" destId="{9D903535-3483-44CB-B0B1-9941F843F50C}" srcOrd="0" destOrd="0" presId="urn:microsoft.com/office/officeart/2005/8/layout/cycle2"/>
    <dgm:cxn modelId="{8A4468CF-056B-4B27-B8C3-5CABB030DD51}" type="presParOf" srcId="{87FE4DD7-D09A-406E-88EE-3F0D266C29D5}" destId="{BE0525A0-61F9-48A6-B131-6017E33F1611}" srcOrd="2" destOrd="0" presId="urn:microsoft.com/office/officeart/2005/8/layout/cycle2"/>
    <dgm:cxn modelId="{75E4D13F-6405-45D3-9CDB-02C6008394AC}" type="presParOf" srcId="{87FE4DD7-D09A-406E-88EE-3F0D266C29D5}" destId="{71B3C49E-D055-46F8-A41F-A4402EB89A4B}" srcOrd="3" destOrd="0" presId="urn:microsoft.com/office/officeart/2005/8/layout/cycle2"/>
    <dgm:cxn modelId="{81CAF9B1-422A-4AD8-9E44-037C12631315}" type="presParOf" srcId="{71B3C49E-D055-46F8-A41F-A4402EB89A4B}" destId="{F5A42D5C-E13D-4AAF-B4B8-42AD422C4B5D}" srcOrd="0" destOrd="0" presId="urn:microsoft.com/office/officeart/2005/8/layout/cycle2"/>
    <dgm:cxn modelId="{018BDC1D-D2B4-404C-AC31-5BA09D967856}" type="presParOf" srcId="{87FE4DD7-D09A-406E-88EE-3F0D266C29D5}" destId="{4EF740F9-C982-4080-867B-475BD719C7A8}" srcOrd="4" destOrd="0" presId="urn:microsoft.com/office/officeart/2005/8/layout/cycle2"/>
    <dgm:cxn modelId="{3F0693A6-92B1-4674-8D4A-5E49533237CB}" type="presParOf" srcId="{87FE4DD7-D09A-406E-88EE-3F0D266C29D5}" destId="{5A4ECD23-6169-4060-B108-83CB0561F4C8}" srcOrd="5" destOrd="0" presId="urn:microsoft.com/office/officeart/2005/8/layout/cycle2"/>
    <dgm:cxn modelId="{762B89AB-17FE-4A22-A564-0B3598177C2E}" type="presParOf" srcId="{5A4ECD23-6169-4060-B108-83CB0561F4C8}" destId="{ED8B746E-085B-4FCC-89FF-8D8AA996464D}" srcOrd="0" destOrd="0" presId="urn:microsoft.com/office/officeart/2005/8/layout/cycle2"/>
    <dgm:cxn modelId="{81AAD189-DFA3-4EF2-867A-5598EA9454AA}" type="presParOf" srcId="{87FE4DD7-D09A-406E-88EE-3F0D266C29D5}" destId="{3B0226D5-127D-4B0E-B810-E9F1E59EFF48}" srcOrd="6" destOrd="0" presId="urn:microsoft.com/office/officeart/2005/8/layout/cycle2"/>
    <dgm:cxn modelId="{A8289333-6830-48FA-B1BF-0C92FC1C8147}" type="presParOf" srcId="{87FE4DD7-D09A-406E-88EE-3F0D266C29D5}" destId="{74D58750-8587-41DF-906C-C7590F15ED66}" srcOrd="7" destOrd="0" presId="urn:microsoft.com/office/officeart/2005/8/layout/cycle2"/>
    <dgm:cxn modelId="{AFC237C9-74B1-4A90-A152-C07F8C662310}" type="presParOf" srcId="{74D58750-8587-41DF-906C-C7590F15ED66}" destId="{62502E18-4E00-4F3F-935F-6A88D35F5B58}" srcOrd="0" destOrd="0" presId="urn:microsoft.com/office/officeart/2005/8/layout/cycle2"/>
    <dgm:cxn modelId="{D46A2F37-8CF5-4F5D-83FD-EC71962A160A}" type="presParOf" srcId="{87FE4DD7-D09A-406E-88EE-3F0D266C29D5}" destId="{37B1C6FD-85FE-4D9B-AF12-5622C5919069}" srcOrd="8" destOrd="0" presId="urn:microsoft.com/office/officeart/2005/8/layout/cycle2"/>
    <dgm:cxn modelId="{3F7BE28C-60B7-48E8-92AA-F10C68AB675F}" type="presParOf" srcId="{87FE4DD7-D09A-406E-88EE-3F0D266C29D5}" destId="{17E42068-4B51-4B5E-AF29-4EFAFF88CCE4}" srcOrd="9" destOrd="0" presId="urn:microsoft.com/office/officeart/2005/8/layout/cycle2"/>
    <dgm:cxn modelId="{CF0EF066-8463-410C-97E1-3E8B80A15F5E}" type="presParOf" srcId="{17E42068-4B51-4B5E-AF29-4EFAFF88CCE4}" destId="{B227E309-3B78-4C5A-B587-B00A418E5C96}" srcOrd="0" destOrd="0" presId="urn:microsoft.com/office/officeart/2005/8/layout/cycle2"/>
    <dgm:cxn modelId="{D729DE0D-8A40-436A-9F3E-4BC26C052EB5}" type="presParOf" srcId="{87FE4DD7-D09A-406E-88EE-3F0D266C29D5}" destId="{E1B1CAEC-A7FC-432F-90B9-090C24EDE3CB}" srcOrd="10" destOrd="0" presId="urn:microsoft.com/office/officeart/2005/8/layout/cycle2"/>
    <dgm:cxn modelId="{962972DA-5086-4F6E-A56D-9C5F2F227B32}" type="presParOf" srcId="{87FE4DD7-D09A-406E-88EE-3F0D266C29D5}" destId="{E3E1DF4A-C20B-4C4B-85B8-2F32EE6C3532}" srcOrd="11" destOrd="0" presId="urn:microsoft.com/office/officeart/2005/8/layout/cycle2"/>
    <dgm:cxn modelId="{9FF2FCD5-D748-4610-953F-A92AB2B77F03}" type="presParOf" srcId="{E3E1DF4A-C20B-4C4B-85B8-2F32EE6C3532}" destId="{E17BB1CB-8495-4A6F-AD91-E9F81CD951B4}" srcOrd="0" destOrd="0" presId="urn:microsoft.com/office/officeart/2005/8/layout/cycle2"/>
    <dgm:cxn modelId="{F5361FF9-327B-4F44-83B6-00373CF3313C}" type="presParOf" srcId="{87FE4DD7-D09A-406E-88EE-3F0D266C29D5}" destId="{02DBC1F4-02C7-483D-BA21-5AACC7DD5CB8}" srcOrd="12" destOrd="0" presId="urn:microsoft.com/office/officeart/2005/8/layout/cycle2"/>
    <dgm:cxn modelId="{31B739C6-33A0-40FF-9292-9375CA8B2314}" type="presParOf" srcId="{87FE4DD7-D09A-406E-88EE-3F0D266C29D5}" destId="{6215F917-D08B-477A-BB18-B31F531EB133}" srcOrd="13" destOrd="0" presId="urn:microsoft.com/office/officeart/2005/8/layout/cycle2"/>
    <dgm:cxn modelId="{31CFAF71-F2BA-455A-8F1C-AF79D32BB64A}" type="presParOf" srcId="{6215F917-D08B-477A-BB18-B31F531EB133}" destId="{C5867B11-D479-44D6-91D7-F40983B5E8BE}" srcOrd="0" destOrd="0" presId="urn:microsoft.com/office/officeart/2005/8/layout/cycle2"/>
    <dgm:cxn modelId="{6970C5F5-2B86-499D-ACF6-5732BC493CF0}" type="presParOf" srcId="{87FE4DD7-D09A-406E-88EE-3F0D266C29D5}" destId="{3ED76081-131D-4B27-92E5-3254068B55AF}" srcOrd="14" destOrd="0" presId="urn:microsoft.com/office/officeart/2005/8/layout/cycle2"/>
    <dgm:cxn modelId="{1176C3D0-C881-4A7D-B826-59D3AD41662E}" type="presParOf" srcId="{87FE4DD7-D09A-406E-88EE-3F0D266C29D5}" destId="{AEF7E401-0647-4B22-AA8C-2B20F4BE167F}" srcOrd="15" destOrd="0" presId="urn:microsoft.com/office/officeart/2005/8/layout/cycle2"/>
    <dgm:cxn modelId="{4436091A-0236-46FD-8E79-6998C6169B4A}" type="presParOf" srcId="{AEF7E401-0647-4B22-AA8C-2B20F4BE167F}" destId="{BD488BDB-2080-44FE-AABF-938404CA5E7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3F771C-B637-4EA0-B4B7-4EA48DEFAB1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781606-0A65-4E05-9777-3D4658B01080}">
      <dgm:prSet/>
      <dgm:spPr/>
      <dgm:t>
        <a:bodyPr/>
        <a:lstStyle/>
        <a:p>
          <a:r>
            <a:rPr lang="en-US"/>
            <a:t>Step 1: Preprocessing</a:t>
          </a:r>
        </a:p>
      </dgm:t>
    </dgm:pt>
    <dgm:pt modelId="{CD33F9C4-ED9C-430D-B96B-575C0E6AD12C}" type="parTrans" cxnId="{1E734B6F-C3AA-408F-AA47-4719363F70E2}">
      <dgm:prSet/>
      <dgm:spPr/>
      <dgm:t>
        <a:bodyPr/>
        <a:lstStyle/>
        <a:p>
          <a:endParaRPr lang="en-US"/>
        </a:p>
      </dgm:t>
    </dgm:pt>
    <dgm:pt modelId="{E67D217D-6F24-42E7-9DE6-640A442AB997}" type="sibTrans" cxnId="{1E734B6F-C3AA-408F-AA47-4719363F70E2}">
      <dgm:prSet/>
      <dgm:spPr/>
      <dgm:t>
        <a:bodyPr/>
        <a:lstStyle/>
        <a:p>
          <a:endParaRPr lang="en-US"/>
        </a:p>
      </dgm:t>
    </dgm:pt>
    <dgm:pt modelId="{680BDBF6-0048-46F3-8A24-1357FBC31025}">
      <dgm:prSet/>
      <dgm:spPr/>
      <dgm:t>
        <a:bodyPr/>
        <a:lstStyle/>
        <a:p>
          <a:r>
            <a:rPr lang="en-US"/>
            <a:t>Resize + denoise + normalize </a:t>
          </a:r>
        </a:p>
      </dgm:t>
    </dgm:pt>
    <dgm:pt modelId="{4DF3FDDC-198A-4732-916B-5D257FC0138A}" type="parTrans" cxnId="{6AC521F6-97AA-4728-9CB2-1453B82830B9}">
      <dgm:prSet/>
      <dgm:spPr/>
      <dgm:t>
        <a:bodyPr/>
        <a:lstStyle/>
        <a:p>
          <a:endParaRPr lang="en-US"/>
        </a:p>
      </dgm:t>
    </dgm:pt>
    <dgm:pt modelId="{A1AA1145-ED7D-4904-97E0-81117F54A28A}" type="sibTrans" cxnId="{6AC521F6-97AA-4728-9CB2-1453B82830B9}">
      <dgm:prSet/>
      <dgm:spPr/>
      <dgm:t>
        <a:bodyPr/>
        <a:lstStyle/>
        <a:p>
          <a:endParaRPr lang="en-US"/>
        </a:p>
      </dgm:t>
    </dgm:pt>
    <dgm:pt modelId="{E82B2398-8245-41AD-96E4-A71F2200E07A}">
      <dgm:prSet/>
      <dgm:spPr/>
      <dgm:t>
        <a:bodyPr/>
        <a:lstStyle/>
        <a:p>
          <a:r>
            <a:rPr lang="en-US"/>
            <a:t>Step 2: Mask Generation</a:t>
          </a:r>
        </a:p>
      </dgm:t>
    </dgm:pt>
    <dgm:pt modelId="{6DAD12F8-B073-44AA-A0FA-ED4F0F4D672E}" type="parTrans" cxnId="{5999F372-5C4B-402F-A6CB-0BF6F94FC461}">
      <dgm:prSet/>
      <dgm:spPr/>
      <dgm:t>
        <a:bodyPr/>
        <a:lstStyle/>
        <a:p>
          <a:endParaRPr lang="en-US"/>
        </a:p>
      </dgm:t>
    </dgm:pt>
    <dgm:pt modelId="{D58775D9-7A1B-4BE1-9A8F-6A0BBF3785AB}" type="sibTrans" cxnId="{5999F372-5C4B-402F-A6CB-0BF6F94FC461}">
      <dgm:prSet/>
      <dgm:spPr/>
      <dgm:t>
        <a:bodyPr/>
        <a:lstStyle/>
        <a:p>
          <a:endParaRPr lang="en-US"/>
        </a:p>
      </dgm:t>
    </dgm:pt>
    <dgm:pt modelId="{2FC24829-0B10-40C6-AE53-002A8643903B}">
      <dgm:prSet/>
      <dgm:spPr/>
      <dgm:t>
        <a:bodyPr/>
        <a:lstStyle/>
        <a:p>
          <a:r>
            <a:rPr lang="en-US"/>
            <a:t>Extract annotations from COCO </a:t>
          </a:r>
        </a:p>
      </dgm:t>
    </dgm:pt>
    <dgm:pt modelId="{0F0436A7-D99A-4B57-8F97-1D6095EE71A9}" type="parTrans" cxnId="{50609AAC-0A6B-456D-9F0E-BA1C1FD638EB}">
      <dgm:prSet/>
      <dgm:spPr/>
      <dgm:t>
        <a:bodyPr/>
        <a:lstStyle/>
        <a:p>
          <a:endParaRPr lang="en-US"/>
        </a:p>
      </dgm:t>
    </dgm:pt>
    <dgm:pt modelId="{0726FC58-11C2-4F6D-9BBD-D95BFA5AC8E5}" type="sibTrans" cxnId="{50609AAC-0A6B-456D-9F0E-BA1C1FD638EB}">
      <dgm:prSet/>
      <dgm:spPr/>
      <dgm:t>
        <a:bodyPr/>
        <a:lstStyle/>
        <a:p>
          <a:endParaRPr lang="en-US"/>
        </a:p>
      </dgm:t>
    </dgm:pt>
    <dgm:pt modelId="{65DABA22-028E-4F54-B2E9-72013191AA8A}">
      <dgm:prSet/>
      <dgm:spPr/>
      <dgm:t>
        <a:bodyPr/>
        <a:lstStyle/>
        <a:p>
          <a:r>
            <a:rPr lang="en-US"/>
            <a:t>Select </a:t>
          </a:r>
          <a:r>
            <a:rPr lang="en-US" b="1"/>
            <a:t>largest object</a:t>
          </a:r>
          <a:r>
            <a:rPr lang="en-US"/>
            <a:t> </a:t>
          </a:r>
        </a:p>
      </dgm:t>
    </dgm:pt>
    <dgm:pt modelId="{E513DE22-E5C5-46FF-A350-48F21BA87C2C}" type="parTrans" cxnId="{8E037E20-92C0-4887-B827-F623D782D5A3}">
      <dgm:prSet/>
      <dgm:spPr/>
      <dgm:t>
        <a:bodyPr/>
        <a:lstStyle/>
        <a:p>
          <a:endParaRPr lang="en-US"/>
        </a:p>
      </dgm:t>
    </dgm:pt>
    <dgm:pt modelId="{644E4D98-53EF-4F4C-B518-FFFEA5239BD8}" type="sibTrans" cxnId="{8E037E20-92C0-4887-B827-F623D782D5A3}">
      <dgm:prSet/>
      <dgm:spPr/>
      <dgm:t>
        <a:bodyPr/>
        <a:lstStyle/>
        <a:p>
          <a:endParaRPr lang="en-US"/>
        </a:p>
      </dgm:t>
    </dgm:pt>
    <dgm:pt modelId="{F689B8F2-C351-4367-B6C9-9332B9A89CA4}">
      <dgm:prSet/>
      <dgm:spPr/>
      <dgm:t>
        <a:bodyPr/>
        <a:lstStyle/>
        <a:p>
          <a:r>
            <a:rPr lang="en-US"/>
            <a:t>Clean using morphology</a:t>
          </a:r>
        </a:p>
      </dgm:t>
    </dgm:pt>
    <dgm:pt modelId="{2E098FE9-0EF1-4DED-A0BA-57B1185ED8A0}" type="parTrans" cxnId="{43896E9A-0221-4F38-9412-BDB1C454E0A7}">
      <dgm:prSet/>
      <dgm:spPr/>
      <dgm:t>
        <a:bodyPr/>
        <a:lstStyle/>
        <a:p>
          <a:endParaRPr lang="en-US"/>
        </a:p>
      </dgm:t>
    </dgm:pt>
    <dgm:pt modelId="{C5A93E65-1FCB-47CE-BADC-AD243FE6364E}" type="sibTrans" cxnId="{43896E9A-0221-4F38-9412-BDB1C454E0A7}">
      <dgm:prSet/>
      <dgm:spPr/>
      <dgm:t>
        <a:bodyPr/>
        <a:lstStyle/>
        <a:p>
          <a:endParaRPr lang="en-US"/>
        </a:p>
      </dgm:t>
    </dgm:pt>
    <dgm:pt modelId="{131EA8B4-5F3F-48F0-B2AE-C60E1AA3734B}">
      <dgm:prSet/>
      <dgm:spPr/>
      <dgm:t>
        <a:bodyPr/>
        <a:lstStyle/>
        <a:p>
          <a:r>
            <a:rPr lang="en-US"/>
            <a:t>Step 3: Model Training</a:t>
          </a:r>
        </a:p>
      </dgm:t>
    </dgm:pt>
    <dgm:pt modelId="{DB65A4D6-5792-4123-9C2D-2D3BFA2BC187}" type="parTrans" cxnId="{FABF930D-72C2-43C5-B17B-B3146740CEF6}">
      <dgm:prSet/>
      <dgm:spPr/>
      <dgm:t>
        <a:bodyPr/>
        <a:lstStyle/>
        <a:p>
          <a:endParaRPr lang="en-US"/>
        </a:p>
      </dgm:t>
    </dgm:pt>
    <dgm:pt modelId="{A2E68D84-861F-43E2-A952-C6916616E9E1}" type="sibTrans" cxnId="{FABF930D-72C2-43C5-B17B-B3146740CEF6}">
      <dgm:prSet/>
      <dgm:spPr/>
      <dgm:t>
        <a:bodyPr/>
        <a:lstStyle/>
        <a:p>
          <a:endParaRPr lang="en-US"/>
        </a:p>
      </dgm:t>
    </dgm:pt>
    <dgm:pt modelId="{11952678-849F-477A-8349-BCFB27B006CA}">
      <dgm:prSet/>
      <dgm:spPr/>
      <dgm:t>
        <a:bodyPr/>
        <a:lstStyle/>
        <a:p>
          <a:r>
            <a:rPr lang="en-US"/>
            <a:t>Dataset split: 70/15/15 </a:t>
          </a:r>
        </a:p>
      </dgm:t>
    </dgm:pt>
    <dgm:pt modelId="{5F354C6F-F2C0-4E61-86EC-E752D0783E91}" type="parTrans" cxnId="{30DC003E-FB2A-428D-ABC1-1C8D9F8C33E4}">
      <dgm:prSet/>
      <dgm:spPr/>
      <dgm:t>
        <a:bodyPr/>
        <a:lstStyle/>
        <a:p>
          <a:endParaRPr lang="en-US"/>
        </a:p>
      </dgm:t>
    </dgm:pt>
    <dgm:pt modelId="{4630BE4C-07E0-4949-8699-6D1E3AF2EC6C}" type="sibTrans" cxnId="{30DC003E-FB2A-428D-ABC1-1C8D9F8C33E4}">
      <dgm:prSet/>
      <dgm:spPr/>
      <dgm:t>
        <a:bodyPr/>
        <a:lstStyle/>
        <a:p>
          <a:endParaRPr lang="en-US"/>
        </a:p>
      </dgm:t>
    </dgm:pt>
    <dgm:pt modelId="{917357CA-C939-4F9A-906C-93077EAD85D5}">
      <dgm:prSet/>
      <dgm:spPr/>
      <dgm:t>
        <a:bodyPr/>
        <a:lstStyle/>
        <a:p>
          <a:r>
            <a:rPr lang="en-US"/>
            <a:t>DeepLabV3+ model </a:t>
          </a:r>
        </a:p>
      </dgm:t>
    </dgm:pt>
    <dgm:pt modelId="{468F1D0F-5FC0-49F0-879D-DFE0DAFBC4D6}" type="parTrans" cxnId="{530DDE71-10D8-4F60-B0FB-33FB2095F00E}">
      <dgm:prSet/>
      <dgm:spPr/>
      <dgm:t>
        <a:bodyPr/>
        <a:lstStyle/>
        <a:p>
          <a:endParaRPr lang="en-US"/>
        </a:p>
      </dgm:t>
    </dgm:pt>
    <dgm:pt modelId="{28599F4F-B59B-4560-AE08-4CDC5B06E721}" type="sibTrans" cxnId="{530DDE71-10D8-4F60-B0FB-33FB2095F00E}">
      <dgm:prSet/>
      <dgm:spPr/>
      <dgm:t>
        <a:bodyPr/>
        <a:lstStyle/>
        <a:p>
          <a:endParaRPr lang="en-US"/>
        </a:p>
      </dgm:t>
    </dgm:pt>
    <dgm:pt modelId="{115961C7-A729-46AB-9359-B347752F45A3}">
      <dgm:prSet/>
      <dgm:spPr/>
      <dgm:t>
        <a:bodyPr/>
        <a:lstStyle/>
        <a:p>
          <a:r>
            <a:rPr lang="en-US"/>
            <a:t>Combined Loss function</a:t>
          </a:r>
        </a:p>
      </dgm:t>
    </dgm:pt>
    <dgm:pt modelId="{DBE47F2E-3D72-488F-840E-33476179C359}" type="parTrans" cxnId="{DC5258C8-4BB3-446F-806C-9AD6AE6B1156}">
      <dgm:prSet/>
      <dgm:spPr/>
      <dgm:t>
        <a:bodyPr/>
        <a:lstStyle/>
        <a:p>
          <a:endParaRPr lang="en-US"/>
        </a:p>
      </dgm:t>
    </dgm:pt>
    <dgm:pt modelId="{F7A73474-BA4C-422F-91D5-D2FD5C796F3D}" type="sibTrans" cxnId="{DC5258C8-4BB3-446F-806C-9AD6AE6B1156}">
      <dgm:prSet/>
      <dgm:spPr/>
      <dgm:t>
        <a:bodyPr/>
        <a:lstStyle/>
        <a:p>
          <a:endParaRPr lang="en-US"/>
        </a:p>
      </dgm:t>
    </dgm:pt>
    <dgm:pt modelId="{99388876-102F-4D8A-98F0-12FCEDAA5590}">
      <dgm:prSet/>
      <dgm:spPr/>
      <dgm:t>
        <a:bodyPr/>
        <a:lstStyle/>
        <a:p>
          <a:r>
            <a:rPr lang="en-US"/>
            <a:t>Step 4: Inference and PRediction </a:t>
          </a:r>
        </a:p>
      </dgm:t>
    </dgm:pt>
    <dgm:pt modelId="{A34CFAC6-B2FC-466E-BF07-8A419A27F1DA}" type="parTrans" cxnId="{BD97E313-8A84-43F8-8FB4-44BF72907E43}">
      <dgm:prSet/>
      <dgm:spPr/>
      <dgm:t>
        <a:bodyPr/>
        <a:lstStyle/>
        <a:p>
          <a:endParaRPr lang="en-US"/>
        </a:p>
      </dgm:t>
    </dgm:pt>
    <dgm:pt modelId="{CFC49217-9339-4208-8C9C-D31225B495EA}" type="sibTrans" cxnId="{BD97E313-8A84-43F8-8FB4-44BF72907E43}">
      <dgm:prSet/>
      <dgm:spPr/>
      <dgm:t>
        <a:bodyPr/>
        <a:lstStyle/>
        <a:p>
          <a:endParaRPr lang="en-US"/>
        </a:p>
      </dgm:t>
    </dgm:pt>
    <dgm:pt modelId="{E8F12CBB-9142-4869-86A1-D248746D9C04}">
      <dgm:prSet/>
      <dgm:spPr/>
      <dgm:t>
        <a:bodyPr/>
        <a:lstStyle/>
        <a:p>
          <a:r>
            <a:rPr lang="en-US"/>
            <a:t>Threshold mask </a:t>
          </a:r>
        </a:p>
      </dgm:t>
    </dgm:pt>
    <dgm:pt modelId="{1ABEF7CB-82D6-4207-A7B1-2CF57226E542}" type="parTrans" cxnId="{BBF93BF0-EB43-42A0-9C89-CF95C31C787B}">
      <dgm:prSet/>
      <dgm:spPr/>
      <dgm:t>
        <a:bodyPr/>
        <a:lstStyle/>
        <a:p>
          <a:endParaRPr lang="en-US"/>
        </a:p>
      </dgm:t>
    </dgm:pt>
    <dgm:pt modelId="{BA4355DB-6FBE-4AD7-B4DC-B4435B7E8931}" type="sibTrans" cxnId="{BBF93BF0-EB43-42A0-9C89-CF95C31C787B}">
      <dgm:prSet/>
      <dgm:spPr/>
      <dgm:t>
        <a:bodyPr/>
        <a:lstStyle/>
        <a:p>
          <a:endParaRPr lang="en-US"/>
        </a:p>
      </dgm:t>
    </dgm:pt>
    <dgm:pt modelId="{7FD78960-C969-444E-8709-1767DD5C3A12}">
      <dgm:prSet/>
      <dgm:spPr/>
      <dgm:t>
        <a:bodyPr/>
        <a:lstStyle/>
        <a:p>
          <a:r>
            <a:rPr lang="en-US"/>
            <a:t>Extract subject</a:t>
          </a:r>
        </a:p>
      </dgm:t>
    </dgm:pt>
    <dgm:pt modelId="{C13BD5F9-4212-4C36-B57C-3D13761EE6E4}" type="parTrans" cxnId="{718E363E-1B9D-44D3-A769-9124851CA3DD}">
      <dgm:prSet/>
      <dgm:spPr/>
      <dgm:t>
        <a:bodyPr/>
        <a:lstStyle/>
        <a:p>
          <a:endParaRPr lang="en-US"/>
        </a:p>
      </dgm:t>
    </dgm:pt>
    <dgm:pt modelId="{E2BAD87D-CF72-4FF5-9467-BFE046DDB4D2}" type="sibTrans" cxnId="{718E363E-1B9D-44D3-A769-9124851CA3DD}">
      <dgm:prSet/>
      <dgm:spPr/>
      <dgm:t>
        <a:bodyPr/>
        <a:lstStyle/>
        <a:p>
          <a:endParaRPr lang="en-US"/>
        </a:p>
      </dgm:t>
    </dgm:pt>
    <dgm:pt modelId="{EE68735C-2FA6-4A50-97BE-1564B38E6956}">
      <dgm:prSet/>
      <dgm:spPr/>
      <dgm:t>
        <a:bodyPr/>
        <a:lstStyle/>
        <a:p>
          <a:r>
            <a:rPr lang="en-US"/>
            <a:t>Step 5:UI Integration</a:t>
          </a:r>
        </a:p>
      </dgm:t>
    </dgm:pt>
    <dgm:pt modelId="{98431B0B-0342-4D48-9040-1C1E6BAFABC8}" type="parTrans" cxnId="{CD8B889E-9FF8-4FDA-A289-CBA089D12761}">
      <dgm:prSet/>
      <dgm:spPr/>
      <dgm:t>
        <a:bodyPr/>
        <a:lstStyle/>
        <a:p>
          <a:endParaRPr lang="en-US"/>
        </a:p>
      </dgm:t>
    </dgm:pt>
    <dgm:pt modelId="{1BF3EE08-7E09-47EB-8F92-2E2457DD71D6}" type="sibTrans" cxnId="{CD8B889E-9FF8-4FDA-A289-CBA089D12761}">
      <dgm:prSet/>
      <dgm:spPr/>
      <dgm:t>
        <a:bodyPr/>
        <a:lstStyle/>
        <a:p>
          <a:endParaRPr lang="en-US"/>
        </a:p>
      </dgm:t>
    </dgm:pt>
    <dgm:pt modelId="{6505428D-E241-4F77-9A6E-DA6772B7AD8B}">
      <dgm:prSet/>
      <dgm:spPr/>
      <dgm:t>
        <a:bodyPr/>
        <a:lstStyle/>
        <a:p>
          <a:r>
            <a:rPr lang="en-US"/>
            <a:t>For validating its usage</a:t>
          </a:r>
        </a:p>
      </dgm:t>
    </dgm:pt>
    <dgm:pt modelId="{C7377036-32D5-485E-911E-81D73E7E1382}" type="parTrans" cxnId="{DDFE6826-E541-40ED-BBB7-CAE25F530166}">
      <dgm:prSet/>
      <dgm:spPr/>
      <dgm:t>
        <a:bodyPr/>
        <a:lstStyle/>
        <a:p>
          <a:endParaRPr lang="en-US"/>
        </a:p>
      </dgm:t>
    </dgm:pt>
    <dgm:pt modelId="{46B9F207-F95C-4567-AAFF-9A6CD882AFAC}" type="sibTrans" cxnId="{DDFE6826-E541-40ED-BBB7-CAE25F530166}">
      <dgm:prSet/>
      <dgm:spPr/>
      <dgm:t>
        <a:bodyPr/>
        <a:lstStyle/>
        <a:p>
          <a:endParaRPr lang="en-US"/>
        </a:p>
      </dgm:t>
    </dgm:pt>
    <dgm:pt modelId="{E547CB6A-ECB9-4CF1-ACFB-D13D3B48A83F}" type="pres">
      <dgm:prSet presAssocID="{5E3F771C-B637-4EA0-B4B7-4EA48DEFAB18}" presName="Name0" presStyleCnt="0">
        <dgm:presLayoutVars>
          <dgm:dir/>
          <dgm:resizeHandles val="exact"/>
        </dgm:presLayoutVars>
      </dgm:prSet>
      <dgm:spPr/>
    </dgm:pt>
    <dgm:pt modelId="{A26C1174-2063-4470-B695-DA30584F0AAB}" type="pres">
      <dgm:prSet presAssocID="{12781606-0A65-4E05-9777-3D4658B01080}" presName="node" presStyleLbl="node1" presStyleIdx="0" presStyleCnt="6">
        <dgm:presLayoutVars>
          <dgm:bulletEnabled val="1"/>
        </dgm:presLayoutVars>
      </dgm:prSet>
      <dgm:spPr/>
    </dgm:pt>
    <dgm:pt modelId="{D19D83B8-7C1A-4091-80EC-E16C5F15C886}" type="pres">
      <dgm:prSet presAssocID="{E67D217D-6F24-42E7-9DE6-640A442AB997}" presName="sibTrans" presStyleLbl="sibTrans1D1" presStyleIdx="0" presStyleCnt="5"/>
      <dgm:spPr/>
    </dgm:pt>
    <dgm:pt modelId="{7B50FC8E-1D91-4376-BE93-A580561672DB}" type="pres">
      <dgm:prSet presAssocID="{E67D217D-6F24-42E7-9DE6-640A442AB997}" presName="connectorText" presStyleLbl="sibTrans1D1" presStyleIdx="0" presStyleCnt="5"/>
      <dgm:spPr/>
    </dgm:pt>
    <dgm:pt modelId="{A756D50F-8983-4934-BEC2-09F9C4437178}" type="pres">
      <dgm:prSet presAssocID="{E82B2398-8245-41AD-96E4-A71F2200E07A}" presName="node" presStyleLbl="node1" presStyleIdx="1" presStyleCnt="6">
        <dgm:presLayoutVars>
          <dgm:bulletEnabled val="1"/>
        </dgm:presLayoutVars>
      </dgm:prSet>
      <dgm:spPr/>
    </dgm:pt>
    <dgm:pt modelId="{0B05BB2F-AFEC-4054-99FE-BFF9006D85A1}" type="pres">
      <dgm:prSet presAssocID="{D58775D9-7A1B-4BE1-9A8F-6A0BBF3785AB}" presName="sibTrans" presStyleLbl="sibTrans1D1" presStyleIdx="1" presStyleCnt="5"/>
      <dgm:spPr/>
    </dgm:pt>
    <dgm:pt modelId="{BE51CA85-7299-4D36-99E0-0965DAE530CE}" type="pres">
      <dgm:prSet presAssocID="{D58775D9-7A1B-4BE1-9A8F-6A0BBF3785AB}" presName="connectorText" presStyleLbl="sibTrans1D1" presStyleIdx="1" presStyleCnt="5"/>
      <dgm:spPr/>
    </dgm:pt>
    <dgm:pt modelId="{A048FFC6-3731-4322-9255-4282A0CFE1A1}" type="pres">
      <dgm:prSet presAssocID="{131EA8B4-5F3F-48F0-B2AE-C60E1AA3734B}" presName="node" presStyleLbl="node1" presStyleIdx="2" presStyleCnt="6">
        <dgm:presLayoutVars>
          <dgm:bulletEnabled val="1"/>
        </dgm:presLayoutVars>
      </dgm:prSet>
      <dgm:spPr/>
    </dgm:pt>
    <dgm:pt modelId="{37984D81-8174-4300-8696-B4BE7EB4A4B2}" type="pres">
      <dgm:prSet presAssocID="{A2E68D84-861F-43E2-A952-C6916616E9E1}" presName="sibTrans" presStyleLbl="sibTrans1D1" presStyleIdx="2" presStyleCnt="5"/>
      <dgm:spPr/>
    </dgm:pt>
    <dgm:pt modelId="{51DAD89A-ACD0-4881-823E-D118B574E988}" type="pres">
      <dgm:prSet presAssocID="{A2E68D84-861F-43E2-A952-C6916616E9E1}" presName="connectorText" presStyleLbl="sibTrans1D1" presStyleIdx="2" presStyleCnt="5"/>
      <dgm:spPr/>
    </dgm:pt>
    <dgm:pt modelId="{820C98C2-D278-4FA7-ACED-74A34E818A9F}" type="pres">
      <dgm:prSet presAssocID="{99388876-102F-4D8A-98F0-12FCEDAA5590}" presName="node" presStyleLbl="node1" presStyleIdx="3" presStyleCnt="6">
        <dgm:presLayoutVars>
          <dgm:bulletEnabled val="1"/>
        </dgm:presLayoutVars>
      </dgm:prSet>
      <dgm:spPr/>
    </dgm:pt>
    <dgm:pt modelId="{D8C153B6-6BA4-4CFB-A0DA-ACF4E14B3D58}" type="pres">
      <dgm:prSet presAssocID="{CFC49217-9339-4208-8C9C-D31225B495EA}" presName="sibTrans" presStyleLbl="sibTrans1D1" presStyleIdx="3" presStyleCnt="5"/>
      <dgm:spPr/>
    </dgm:pt>
    <dgm:pt modelId="{0EA3CB2C-7414-4C29-B95F-320E070A6D6A}" type="pres">
      <dgm:prSet presAssocID="{CFC49217-9339-4208-8C9C-D31225B495EA}" presName="connectorText" presStyleLbl="sibTrans1D1" presStyleIdx="3" presStyleCnt="5"/>
      <dgm:spPr/>
    </dgm:pt>
    <dgm:pt modelId="{391844EB-93DE-45AF-9382-81EE5E952996}" type="pres">
      <dgm:prSet presAssocID="{EE68735C-2FA6-4A50-97BE-1564B38E6956}" presName="node" presStyleLbl="node1" presStyleIdx="4" presStyleCnt="6">
        <dgm:presLayoutVars>
          <dgm:bulletEnabled val="1"/>
        </dgm:presLayoutVars>
      </dgm:prSet>
      <dgm:spPr/>
    </dgm:pt>
    <dgm:pt modelId="{01A35C5E-73C5-45E3-B022-DA08224EA142}" type="pres">
      <dgm:prSet presAssocID="{1BF3EE08-7E09-47EB-8F92-2E2457DD71D6}" presName="sibTrans" presStyleLbl="sibTrans1D1" presStyleIdx="4" presStyleCnt="5"/>
      <dgm:spPr/>
    </dgm:pt>
    <dgm:pt modelId="{EB2D4F38-CBEA-462B-8740-36ED313B6FEB}" type="pres">
      <dgm:prSet presAssocID="{1BF3EE08-7E09-47EB-8F92-2E2457DD71D6}" presName="connectorText" presStyleLbl="sibTrans1D1" presStyleIdx="4" presStyleCnt="5"/>
      <dgm:spPr/>
    </dgm:pt>
    <dgm:pt modelId="{ADE0AF7F-1566-49D5-8C40-DABE73036A3A}" type="pres">
      <dgm:prSet presAssocID="{6505428D-E241-4F77-9A6E-DA6772B7AD8B}" presName="node" presStyleLbl="node1" presStyleIdx="5" presStyleCnt="6">
        <dgm:presLayoutVars>
          <dgm:bulletEnabled val="1"/>
        </dgm:presLayoutVars>
      </dgm:prSet>
      <dgm:spPr/>
    </dgm:pt>
  </dgm:ptLst>
  <dgm:cxnLst>
    <dgm:cxn modelId="{DB366001-EA39-48EC-B97A-F9A187AEFA0A}" type="presOf" srcId="{12781606-0A65-4E05-9777-3D4658B01080}" destId="{A26C1174-2063-4470-B695-DA30584F0AAB}" srcOrd="0" destOrd="0" presId="urn:microsoft.com/office/officeart/2016/7/layout/RepeatingBendingProcessNew"/>
    <dgm:cxn modelId="{51FDEB01-661F-49DB-BF19-C9B6CABAEC2E}" type="presOf" srcId="{CFC49217-9339-4208-8C9C-D31225B495EA}" destId="{D8C153B6-6BA4-4CFB-A0DA-ACF4E14B3D58}" srcOrd="0" destOrd="0" presId="urn:microsoft.com/office/officeart/2016/7/layout/RepeatingBendingProcessNew"/>
    <dgm:cxn modelId="{D53BCE09-2E2C-43A0-A65F-A57BA551E1A7}" type="presOf" srcId="{65DABA22-028E-4F54-B2E9-72013191AA8A}" destId="{A756D50F-8983-4934-BEC2-09F9C4437178}" srcOrd="0" destOrd="2" presId="urn:microsoft.com/office/officeart/2016/7/layout/RepeatingBendingProcessNew"/>
    <dgm:cxn modelId="{06D8260B-D17A-42FE-B51E-98DB873254CC}" type="presOf" srcId="{680BDBF6-0048-46F3-8A24-1357FBC31025}" destId="{A26C1174-2063-4470-B695-DA30584F0AAB}" srcOrd="0" destOrd="1" presId="urn:microsoft.com/office/officeart/2016/7/layout/RepeatingBendingProcessNew"/>
    <dgm:cxn modelId="{4D88640C-4440-4E63-8238-1CCC066A77BB}" type="presOf" srcId="{1BF3EE08-7E09-47EB-8F92-2E2457DD71D6}" destId="{EB2D4F38-CBEA-462B-8740-36ED313B6FEB}" srcOrd="1" destOrd="0" presId="urn:microsoft.com/office/officeart/2016/7/layout/RepeatingBendingProcessNew"/>
    <dgm:cxn modelId="{FABF930D-72C2-43C5-B17B-B3146740CEF6}" srcId="{5E3F771C-B637-4EA0-B4B7-4EA48DEFAB18}" destId="{131EA8B4-5F3F-48F0-B2AE-C60E1AA3734B}" srcOrd="2" destOrd="0" parTransId="{DB65A4D6-5792-4123-9C2D-2D3BFA2BC187}" sibTransId="{A2E68D84-861F-43E2-A952-C6916616E9E1}"/>
    <dgm:cxn modelId="{0434E40D-777C-4B60-9623-5D282F382B72}" type="presOf" srcId="{EE68735C-2FA6-4A50-97BE-1564B38E6956}" destId="{391844EB-93DE-45AF-9382-81EE5E952996}" srcOrd="0" destOrd="0" presId="urn:microsoft.com/office/officeart/2016/7/layout/RepeatingBendingProcessNew"/>
    <dgm:cxn modelId="{BD97E313-8A84-43F8-8FB4-44BF72907E43}" srcId="{5E3F771C-B637-4EA0-B4B7-4EA48DEFAB18}" destId="{99388876-102F-4D8A-98F0-12FCEDAA5590}" srcOrd="3" destOrd="0" parTransId="{A34CFAC6-B2FC-466E-BF07-8A419A27F1DA}" sibTransId="{CFC49217-9339-4208-8C9C-D31225B495EA}"/>
    <dgm:cxn modelId="{A1CAAE15-0744-4C4C-B721-B1DCDE359BC2}" type="presOf" srcId="{E8F12CBB-9142-4869-86A1-D248746D9C04}" destId="{820C98C2-D278-4FA7-ACED-74A34E818A9F}" srcOrd="0" destOrd="1" presId="urn:microsoft.com/office/officeart/2016/7/layout/RepeatingBendingProcessNew"/>
    <dgm:cxn modelId="{8E037E20-92C0-4887-B827-F623D782D5A3}" srcId="{E82B2398-8245-41AD-96E4-A71F2200E07A}" destId="{65DABA22-028E-4F54-B2E9-72013191AA8A}" srcOrd="1" destOrd="0" parTransId="{E513DE22-E5C5-46FF-A350-48F21BA87C2C}" sibTransId="{644E4D98-53EF-4F4C-B518-FFFEA5239BD8}"/>
    <dgm:cxn modelId="{DDFE6826-E541-40ED-BBB7-CAE25F530166}" srcId="{5E3F771C-B637-4EA0-B4B7-4EA48DEFAB18}" destId="{6505428D-E241-4F77-9A6E-DA6772B7AD8B}" srcOrd="5" destOrd="0" parTransId="{C7377036-32D5-485E-911E-81D73E7E1382}" sibTransId="{46B9F207-F95C-4567-AAFF-9A6CD882AFAC}"/>
    <dgm:cxn modelId="{7F557B2E-6443-49A2-9E50-C54B5142C4DE}" type="presOf" srcId="{CFC49217-9339-4208-8C9C-D31225B495EA}" destId="{0EA3CB2C-7414-4C29-B95F-320E070A6D6A}" srcOrd="1" destOrd="0" presId="urn:microsoft.com/office/officeart/2016/7/layout/RepeatingBendingProcessNew"/>
    <dgm:cxn modelId="{428A5530-D0AB-4CB0-B166-C628495A16AA}" type="presOf" srcId="{E82B2398-8245-41AD-96E4-A71F2200E07A}" destId="{A756D50F-8983-4934-BEC2-09F9C4437178}" srcOrd="0" destOrd="0" presId="urn:microsoft.com/office/officeart/2016/7/layout/RepeatingBendingProcessNew"/>
    <dgm:cxn modelId="{30DC003E-FB2A-428D-ABC1-1C8D9F8C33E4}" srcId="{131EA8B4-5F3F-48F0-B2AE-C60E1AA3734B}" destId="{11952678-849F-477A-8349-BCFB27B006CA}" srcOrd="0" destOrd="0" parTransId="{5F354C6F-F2C0-4E61-86EC-E752D0783E91}" sibTransId="{4630BE4C-07E0-4949-8699-6D1E3AF2EC6C}"/>
    <dgm:cxn modelId="{718E363E-1B9D-44D3-A769-9124851CA3DD}" srcId="{99388876-102F-4D8A-98F0-12FCEDAA5590}" destId="{7FD78960-C969-444E-8709-1767DD5C3A12}" srcOrd="1" destOrd="0" parTransId="{C13BD5F9-4212-4C36-B57C-3D13761EE6E4}" sibTransId="{E2BAD87D-CF72-4FF5-9467-BFE046DDB4D2}"/>
    <dgm:cxn modelId="{297CCD3E-5011-42EB-87A8-A9B7FCB1C21D}" type="presOf" srcId="{E67D217D-6F24-42E7-9DE6-640A442AB997}" destId="{D19D83B8-7C1A-4091-80EC-E16C5F15C886}" srcOrd="0" destOrd="0" presId="urn:microsoft.com/office/officeart/2016/7/layout/RepeatingBendingProcessNew"/>
    <dgm:cxn modelId="{3C74C461-393E-456A-B370-E903CF430771}" type="presOf" srcId="{F689B8F2-C351-4367-B6C9-9332B9A89CA4}" destId="{A756D50F-8983-4934-BEC2-09F9C4437178}" srcOrd="0" destOrd="3" presId="urn:microsoft.com/office/officeart/2016/7/layout/RepeatingBendingProcessNew"/>
    <dgm:cxn modelId="{787CA464-661B-4826-97D5-693995259837}" type="presOf" srcId="{11952678-849F-477A-8349-BCFB27B006CA}" destId="{A048FFC6-3731-4322-9255-4282A0CFE1A1}" srcOrd="0" destOrd="1" presId="urn:microsoft.com/office/officeart/2016/7/layout/RepeatingBendingProcessNew"/>
    <dgm:cxn modelId="{49216968-1524-4A90-BA62-A603B043B91A}" type="presOf" srcId="{A2E68D84-861F-43E2-A952-C6916616E9E1}" destId="{51DAD89A-ACD0-4881-823E-D118B574E988}" srcOrd="1" destOrd="0" presId="urn:microsoft.com/office/officeart/2016/7/layout/RepeatingBendingProcessNew"/>
    <dgm:cxn modelId="{1E734B6F-C3AA-408F-AA47-4719363F70E2}" srcId="{5E3F771C-B637-4EA0-B4B7-4EA48DEFAB18}" destId="{12781606-0A65-4E05-9777-3D4658B01080}" srcOrd="0" destOrd="0" parTransId="{CD33F9C4-ED9C-430D-B96B-575C0E6AD12C}" sibTransId="{E67D217D-6F24-42E7-9DE6-640A442AB997}"/>
    <dgm:cxn modelId="{530DDE71-10D8-4F60-B0FB-33FB2095F00E}" srcId="{131EA8B4-5F3F-48F0-B2AE-C60E1AA3734B}" destId="{917357CA-C939-4F9A-906C-93077EAD85D5}" srcOrd="1" destOrd="0" parTransId="{468F1D0F-5FC0-49F0-879D-DFE0DAFBC4D6}" sibTransId="{28599F4F-B59B-4560-AE08-4CDC5B06E721}"/>
    <dgm:cxn modelId="{5999F372-5C4B-402F-A6CB-0BF6F94FC461}" srcId="{5E3F771C-B637-4EA0-B4B7-4EA48DEFAB18}" destId="{E82B2398-8245-41AD-96E4-A71F2200E07A}" srcOrd="1" destOrd="0" parTransId="{6DAD12F8-B073-44AA-A0FA-ED4F0F4D672E}" sibTransId="{D58775D9-7A1B-4BE1-9A8F-6A0BBF3785AB}"/>
    <dgm:cxn modelId="{2B7FC376-D199-4FF9-BD79-6F0587F05C3F}" type="presOf" srcId="{917357CA-C939-4F9A-906C-93077EAD85D5}" destId="{A048FFC6-3731-4322-9255-4282A0CFE1A1}" srcOrd="0" destOrd="2" presId="urn:microsoft.com/office/officeart/2016/7/layout/RepeatingBendingProcessNew"/>
    <dgm:cxn modelId="{86149F78-FB88-47A8-8056-06C4124B99E7}" type="presOf" srcId="{99388876-102F-4D8A-98F0-12FCEDAA5590}" destId="{820C98C2-D278-4FA7-ACED-74A34E818A9F}" srcOrd="0" destOrd="0" presId="urn:microsoft.com/office/officeart/2016/7/layout/RepeatingBendingProcessNew"/>
    <dgm:cxn modelId="{B69D4B82-B0EA-494D-949D-4EAA8DCB18BF}" type="presOf" srcId="{D58775D9-7A1B-4BE1-9A8F-6A0BBF3785AB}" destId="{0B05BB2F-AFEC-4054-99FE-BFF9006D85A1}" srcOrd="0" destOrd="0" presId="urn:microsoft.com/office/officeart/2016/7/layout/RepeatingBendingProcessNew"/>
    <dgm:cxn modelId="{43896E9A-0221-4F38-9412-BDB1C454E0A7}" srcId="{E82B2398-8245-41AD-96E4-A71F2200E07A}" destId="{F689B8F2-C351-4367-B6C9-9332B9A89CA4}" srcOrd="2" destOrd="0" parTransId="{2E098FE9-0EF1-4DED-A0BA-57B1185ED8A0}" sibTransId="{C5A93E65-1FCB-47CE-BADC-AD243FE6364E}"/>
    <dgm:cxn modelId="{CD8B889E-9FF8-4FDA-A289-CBA089D12761}" srcId="{5E3F771C-B637-4EA0-B4B7-4EA48DEFAB18}" destId="{EE68735C-2FA6-4A50-97BE-1564B38E6956}" srcOrd="4" destOrd="0" parTransId="{98431B0B-0342-4D48-9040-1C1E6BAFABC8}" sibTransId="{1BF3EE08-7E09-47EB-8F92-2E2457DD71D6}"/>
    <dgm:cxn modelId="{A421F2A8-E9AE-4AC0-899B-BF98D1416AAC}" type="presOf" srcId="{E67D217D-6F24-42E7-9DE6-640A442AB997}" destId="{7B50FC8E-1D91-4376-BE93-A580561672DB}" srcOrd="1" destOrd="0" presId="urn:microsoft.com/office/officeart/2016/7/layout/RepeatingBendingProcessNew"/>
    <dgm:cxn modelId="{50609AAC-0A6B-456D-9F0E-BA1C1FD638EB}" srcId="{E82B2398-8245-41AD-96E4-A71F2200E07A}" destId="{2FC24829-0B10-40C6-AE53-002A8643903B}" srcOrd="0" destOrd="0" parTransId="{0F0436A7-D99A-4B57-8F97-1D6095EE71A9}" sibTransId="{0726FC58-11C2-4F6D-9BBD-D95BFA5AC8E5}"/>
    <dgm:cxn modelId="{C77998B2-9ABE-4309-ADD3-031FAEC929D7}" type="presOf" srcId="{115961C7-A729-46AB-9359-B347752F45A3}" destId="{A048FFC6-3731-4322-9255-4282A0CFE1A1}" srcOrd="0" destOrd="3" presId="urn:microsoft.com/office/officeart/2016/7/layout/RepeatingBendingProcessNew"/>
    <dgm:cxn modelId="{77675BB3-C20F-441B-B912-92BFE99D69B5}" type="presOf" srcId="{D58775D9-7A1B-4BE1-9A8F-6A0BBF3785AB}" destId="{BE51CA85-7299-4D36-99E0-0965DAE530CE}" srcOrd="1" destOrd="0" presId="urn:microsoft.com/office/officeart/2016/7/layout/RepeatingBendingProcessNew"/>
    <dgm:cxn modelId="{22C9A0B4-7F3C-4149-A531-A1D672D24B34}" type="presOf" srcId="{6505428D-E241-4F77-9A6E-DA6772B7AD8B}" destId="{ADE0AF7F-1566-49D5-8C40-DABE73036A3A}" srcOrd="0" destOrd="0" presId="urn:microsoft.com/office/officeart/2016/7/layout/RepeatingBendingProcessNew"/>
    <dgm:cxn modelId="{DC5258C8-4BB3-446F-806C-9AD6AE6B1156}" srcId="{131EA8B4-5F3F-48F0-B2AE-C60E1AA3734B}" destId="{115961C7-A729-46AB-9359-B347752F45A3}" srcOrd="2" destOrd="0" parTransId="{DBE47F2E-3D72-488F-840E-33476179C359}" sibTransId="{F7A73474-BA4C-422F-91D5-D2FD5C796F3D}"/>
    <dgm:cxn modelId="{B56C57CB-4BC7-46B1-B0F3-1688F6759BBB}" type="presOf" srcId="{2FC24829-0B10-40C6-AE53-002A8643903B}" destId="{A756D50F-8983-4934-BEC2-09F9C4437178}" srcOrd="0" destOrd="1" presId="urn:microsoft.com/office/officeart/2016/7/layout/RepeatingBendingProcessNew"/>
    <dgm:cxn modelId="{27526ECC-FD2E-410C-918D-9FB9792C2F8B}" type="presOf" srcId="{A2E68D84-861F-43E2-A952-C6916616E9E1}" destId="{37984D81-8174-4300-8696-B4BE7EB4A4B2}" srcOrd="0" destOrd="0" presId="urn:microsoft.com/office/officeart/2016/7/layout/RepeatingBendingProcessNew"/>
    <dgm:cxn modelId="{556E54CD-87B1-4346-9212-47EE22BF1FE7}" type="presOf" srcId="{5E3F771C-B637-4EA0-B4B7-4EA48DEFAB18}" destId="{E547CB6A-ECB9-4CF1-ACFB-D13D3B48A83F}" srcOrd="0" destOrd="0" presId="urn:microsoft.com/office/officeart/2016/7/layout/RepeatingBendingProcessNew"/>
    <dgm:cxn modelId="{FF6296CD-3A82-406E-B41A-5D39094362B2}" type="presOf" srcId="{1BF3EE08-7E09-47EB-8F92-2E2457DD71D6}" destId="{01A35C5E-73C5-45E3-B022-DA08224EA142}" srcOrd="0" destOrd="0" presId="urn:microsoft.com/office/officeart/2016/7/layout/RepeatingBendingProcessNew"/>
    <dgm:cxn modelId="{84462EDA-7441-4DDD-9CEC-348A6A31E8A8}" type="presOf" srcId="{7FD78960-C969-444E-8709-1767DD5C3A12}" destId="{820C98C2-D278-4FA7-ACED-74A34E818A9F}" srcOrd="0" destOrd="2" presId="urn:microsoft.com/office/officeart/2016/7/layout/RepeatingBendingProcessNew"/>
    <dgm:cxn modelId="{BBF93BF0-EB43-42A0-9C89-CF95C31C787B}" srcId="{99388876-102F-4D8A-98F0-12FCEDAA5590}" destId="{E8F12CBB-9142-4869-86A1-D248746D9C04}" srcOrd="0" destOrd="0" parTransId="{1ABEF7CB-82D6-4207-A7B1-2CF57226E542}" sibTransId="{BA4355DB-6FBE-4AD7-B4DC-B4435B7E8931}"/>
    <dgm:cxn modelId="{6AC521F6-97AA-4728-9CB2-1453B82830B9}" srcId="{12781606-0A65-4E05-9777-3D4658B01080}" destId="{680BDBF6-0048-46F3-8A24-1357FBC31025}" srcOrd="0" destOrd="0" parTransId="{4DF3FDDC-198A-4732-916B-5D257FC0138A}" sibTransId="{A1AA1145-ED7D-4904-97E0-81117F54A28A}"/>
    <dgm:cxn modelId="{0580D4F9-1A56-47D0-B9F9-7AFA0E70188E}" type="presOf" srcId="{131EA8B4-5F3F-48F0-B2AE-C60E1AA3734B}" destId="{A048FFC6-3731-4322-9255-4282A0CFE1A1}" srcOrd="0" destOrd="0" presId="urn:microsoft.com/office/officeart/2016/7/layout/RepeatingBendingProcessNew"/>
    <dgm:cxn modelId="{367F7FE5-EB99-4C03-9299-39DF561A31EF}" type="presParOf" srcId="{E547CB6A-ECB9-4CF1-ACFB-D13D3B48A83F}" destId="{A26C1174-2063-4470-B695-DA30584F0AAB}" srcOrd="0" destOrd="0" presId="urn:microsoft.com/office/officeart/2016/7/layout/RepeatingBendingProcessNew"/>
    <dgm:cxn modelId="{ACC6F60B-EEC3-4E73-BF4E-390A976BA40A}" type="presParOf" srcId="{E547CB6A-ECB9-4CF1-ACFB-D13D3B48A83F}" destId="{D19D83B8-7C1A-4091-80EC-E16C5F15C886}" srcOrd="1" destOrd="0" presId="urn:microsoft.com/office/officeart/2016/7/layout/RepeatingBendingProcessNew"/>
    <dgm:cxn modelId="{241082F2-1B3D-4589-9526-451236983C7A}" type="presParOf" srcId="{D19D83B8-7C1A-4091-80EC-E16C5F15C886}" destId="{7B50FC8E-1D91-4376-BE93-A580561672DB}" srcOrd="0" destOrd="0" presId="urn:microsoft.com/office/officeart/2016/7/layout/RepeatingBendingProcessNew"/>
    <dgm:cxn modelId="{97B06385-2AE5-40F4-83C8-9D4560FC6DDB}" type="presParOf" srcId="{E547CB6A-ECB9-4CF1-ACFB-D13D3B48A83F}" destId="{A756D50F-8983-4934-BEC2-09F9C4437178}" srcOrd="2" destOrd="0" presId="urn:microsoft.com/office/officeart/2016/7/layout/RepeatingBendingProcessNew"/>
    <dgm:cxn modelId="{5C30E0CE-01A9-4302-AEE7-B7D3D5A43ACF}" type="presParOf" srcId="{E547CB6A-ECB9-4CF1-ACFB-D13D3B48A83F}" destId="{0B05BB2F-AFEC-4054-99FE-BFF9006D85A1}" srcOrd="3" destOrd="0" presId="urn:microsoft.com/office/officeart/2016/7/layout/RepeatingBendingProcessNew"/>
    <dgm:cxn modelId="{DA157C26-77AF-4B0E-AE2E-CD6E8F9EE20C}" type="presParOf" srcId="{0B05BB2F-AFEC-4054-99FE-BFF9006D85A1}" destId="{BE51CA85-7299-4D36-99E0-0965DAE530CE}" srcOrd="0" destOrd="0" presId="urn:microsoft.com/office/officeart/2016/7/layout/RepeatingBendingProcessNew"/>
    <dgm:cxn modelId="{278CAE61-F26B-4075-9C96-EB99B20D420D}" type="presParOf" srcId="{E547CB6A-ECB9-4CF1-ACFB-D13D3B48A83F}" destId="{A048FFC6-3731-4322-9255-4282A0CFE1A1}" srcOrd="4" destOrd="0" presId="urn:microsoft.com/office/officeart/2016/7/layout/RepeatingBendingProcessNew"/>
    <dgm:cxn modelId="{8DAD5C0C-0357-4D4F-A022-988373A91A07}" type="presParOf" srcId="{E547CB6A-ECB9-4CF1-ACFB-D13D3B48A83F}" destId="{37984D81-8174-4300-8696-B4BE7EB4A4B2}" srcOrd="5" destOrd="0" presId="urn:microsoft.com/office/officeart/2016/7/layout/RepeatingBendingProcessNew"/>
    <dgm:cxn modelId="{75DACDCA-A557-4593-A720-CF2F2BE2E3AC}" type="presParOf" srcId="{37984D81-8174-4300-8696-B4BE7EB4A4B2}" destId="{51DAD89A-ACD0-4881-823E-D118B574E988}" srcOrd="0" destOrd="0" presId="urn:microsoft.com/office/officeart/2016/7/layout/RepeatingBendingProcessNew"/>
    <dgm:cxn modelId="{B7060CFB-15B8-4DCC-8BFF-A08897DFDD2A}" type="presParOf" srcId="{E547CB6A-ECB9-4CF1-ACFB-D13D3B48A83F}" destId="{820C98C2-D278-4FA7-ACED-74A34E818A9F}" srcOrd="6" destOrd="0" presId="urn:microsoft.com/office/officeart/2016/7/layout/RepeatingBendingProcessNew"/>
    <dgm:cxn modelId="{6DF01DB2-2D23-42D7-8982-BBC95E07BC7F}" type="presParOf" srcId="{E547CB6A-ECB9-4CF1-ACFB-D13D3B48A83F}" destId="{D8C153B6-6BA4-4CFB-A0DA-ACF4E14B3D58}" srcOrd="7" destOrd="0" presId="urn:microsoft.com/office/officeart/2016/7/layout/RepeatingBendingProcessNew"/>
    <dgm:cxn modelId="{1BC2C3C3-A438-465F-826A-2C3659E3142B}" type="presParOf" srcId="{D8C153B6-6BA4-4CFB-A0DA-ACF4E14B3D58}" destId="{0EA3CB2C-7414-4C29-B95F-320E070A6D6A}" srcOrd="0" destOrd="0" presId="urn:microsoft.com/office/officeart/2016/7/layout/RepeatingBendingProcessNew"/>
    <dgm:cxn modelId="{6792D111-245F-410B-B0E9-31326F9E4DDA}" type="presParOf" srcId="{E547CB6A-ECB9-4CF1-ACFB-D13D3B48A83F}" destId="{391844EB-93DE-45AF-9382-81EE5E952996}" srcOrd="8" destOrd="0" presId="urn:microsoft.com/office/officeart/2016/7/layout/RepeatingBendingProcessNew"/>
    <dgm:cxn modelId="{D660C7F3-EF71-460B-815A-6C35EAE23FC9}" type="presParOf" srcId="{E547CB6A-ECB9-4CF1-ACFB-D13D3B48A83F}" destId="{01A35C5E-73C5-45E3-B022-DA08224EA142}" srcOrd="9" destOrd="0" presId="urn:microsoft.com/office/officeart/2016/7/layout/RepeatingBendingProcessNew"/>
    <dgm:cxn modelId="{4FB86EDD-2015-452F-A23A-37B8937A0B03}" type="presParOf" srcId="{01A35C5E-73C5-45E3-B022-DA08224EA142}" destId="{EB2D4F38-CBEA-462B-8740-36ED313B6FEB}" srcOrd="0" destOrd="0" presId="urn:microsoft.com/office/officeart/2016/7/layout/RepeatingBendingProcessNew"/>
    <dgm:cxn modelId="{D8C42ACD-DDCC-40A8-8545-67EB1D3C8926}" type="presParOf" srcId="{E547CB6A-ECB9-4CF1-ACFB-D13D3B48A83F}" destId="{ADE0AF7F-1566-49D5-8C40-DABE73036A3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4580F3-7CE5-460C-9DD5-9C1B4CBD6D2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88E1CEC-B5E4-420D-9F41-6DE5B48C18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📸 Photo editing apps (background removal) </a:t>
          </a:r>
        </a:p>
      </dgm:t>
    </dgm:pt>
    <dgm:pt modelId="{2F7A546A-B761-4193-BE02-FF29480783F6}" type="parTrans" cxnId="{B0668BFF-CF38-4B54-9D0F-0C88CB5D2D66}">
      <dgm:prSet/>
      <dgm:spPr/>
      <dgm:t>
        <a:bodyPr/>
        <a:lstStyle/>
        <a:p>
          <a:endParaRPr lang="en-US"/>
        </a:p>
      </dgm:t>
    </dgm:pt>
    <dgm:pt modelId="{ECBF1AEF-1C6D-48E9-8E6F-EBD77AE51DC9}" type="sibTrans" cxnId="{B0668BFF-CF38-4B54-9D0F-0C88CB5D2D66}">
      <dgm:prSet/>
      <dgm:spPr/>
      <dgm:t>
        <a:bodyPr/>
        <a:lstStyle/>
        <a:p>
          <a:endParaRPr lang="en-US"/>
        </a:p>
      </dgm:t>
    </dgm:pt>
    <dgm:pt modelId="{C41425B2-C949-4298-A953-A2A42D87325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🛍️ E-commerce (product isolation) </a:t>
          </a:r>
        </a:p>
      </dgm:t>
    </dgm:pt>
    <dgm:pt modelId="{556775C3-89DA-48E6-8C88-FA20E561D97F}" type="parTrans" cxnId="{45A4EC10-5AC9-46C4-8AEF-8C98E131DF8E}">
      <dgm:prSet/>
      <dgm:spPr/>
      <dgm:t>
        <a:bodyPr/>
        <a:lstStyle/>
        <a:p>
          <a:endParaRPr lang="en-US"/>
        </a:p>
      </dgm:t>
    </dgm:pt>
    <dgm:pt modelId="{123082E4-96F9-42D1-84FF-C0292E45FF7C}" type="sibTrans" cxnId="{45A4EC10-5AC9-46C4-8AEF-8C98E131DF8E}">
      <dgm:prSet/>
      <dgm:spPr/>
      <dgm:t>
        <a:bodyPr/>
        <a:lstStyle/>
        <a:p>
          <a:endParaRPr lang="en-US"/>
        </a:p>
      </dgm:t>
    </dgm:pt>
    <dgm:pt modelId="{0F55B04A-3AFC-4E33-841F-9DF3FB8CA79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🚗 Autonomous driving (object detection) </a:t>
          </a:r>
        </a:p>
      </dgm:t>
    </dgm:pt>
    <dgm:pt modelId="{563743EA-1991-431B-873D-F8735D24257F}" type="parTrans" cxnId="{FE1E6E23-E71B-4A34-BCC6-13F1D6EEBA2D}">
      <dgm:prSet/>
      <dgm:spPr/>
      <dgm:t>
        <a:bodyPr/>
        <a:lstStyle/>
        <a:p>
          <a:endParaRPr lang="en-US"/>
        </a:p>
      </dgm:t>
    </dgm:pt>
    <dgm:pt modelId="{AFA5529B-4380-40A1-ACAE-3653C62C47FB}" type="sibTrans" cxnId="{FE1E6E23-E71B-4A34-BCC6-13F1D6EEBA2D}">
      <dgm:prSet/>
      <dgm:spPr/>
      <dgm:t>
        <a:bodyPr/>
        <a:lstStyle/>
        <a:p>
          <a:endParaRPr lang="en-US"/>
        </a:p>
      </dgm:t>
    </dgm:pt>
    <dgm:pt modelId="{767690AB-8996-41D7-A5D8-91A5BF28A7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🏥 Medical imaging (organ segmentation) </a:t>
          </a:r>
        </a:p>
      </dgm:t>
    </dgm:pt>
    <dgm:pt modelId="{FFD5E166-7077-404B-BD28-728F2973B245}" type="parTrans" cxnId="{0AA35780-1254-4C38-A4A5-9DB46814441F}">
      <dgm:prSet/>
      <dgm:spPr/>
      <dgm:t>
        <a:bodyPr/>
        <a:lstStyle/>
        <a:p>
          <a:endParaRPr lang="en-US"/>
        </a:p>
      </dgm:t>
    </dgm:pt>
    <dgm:pt modelId="{AAF23080-CF62-46E7-8599-C71B982ABDEE}" type="sibTrans" cxnId="{0AA35780-1254-4C38-A4A5-9DB46814441F}">
      <dgm:prSet/>
      <dgm:spPr/>
      <dgm:t>
        <a:bodyPr/>
        <a:lstStyle/>
        <a:p>
          <a:endParaRPr lang="en-US"/>
        </a:p>
      </dgm:t>
    </dgm:pt>
    <dgm:pt modelId="{77F6A242-AED7-4465-8B8A-8BFD045B9E0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🎮 AR/VR applications </a:t>
          </a:r>
        </a:p>
      </dgm:t>
    </dgm:pt>
    <dgm:pt modelId="{947FB989-61FD-46A3-B985-F650390A57B2}" type="parTrans" cxnId="{7259337C-FDA1-49DB-8466-91B40A6B38B7}">
      <dgm:prSet/>
      <dgm:spPr/>
      <dgm:t>
        <a:bodyPr/>
        <a:lstStyle/>
        <a:p>
          <a:endParaRPr lang="en-US"/>
        </a:p>
      </dgm:t>
    </dgm:pt>
    <dgm:pt modelId="{40D977DA-5F40-48E5-A564-DBBCA5E01F70}" type="sibTrans" cxnId="{7259337C-FDA1-49DB-8466-91B40A6B38B7}">
      <dgm:prSet/>
      <dgm:spPr/>
      <dgm:t>
        <a:bodyPr/>
        <a:lstStyle/>
        <a:p>
          <a:endParaRPr lang="en-US"/>
        </a:p>
      </dgm:t>
    </dgm:pt>
    <dgm:pt modelId="{5BADD66D-5BE3-4ACD-A68A-BF744CC81EF3}" type="pres">
      <dgm:prSet presAssocID="{054580F3-7CE5-460C-9DD5-9C1B4CBD6D2F}" presName="root" presStyleCnt="0">
        <dgm:presLayoutVars>
          <dgm:dir/>
          <dgm:resizeHandles val="exact"/>
        </dgm:presLayoutVars>
      </dgm:prSet>
      <dgm:spPr/>
    </dgm:pt>
    <dgm:pt modelId="{3A6EDAA8-6499-4DF6-9B66-438B4262E1DC}" type="pres">
      <dgm:prSet presAssocID="{788E1CEC-B5E4-420D-9F41-6DE5B48C1812}" presName="compNode" presStyleCnt="0"/>
      <dgm:spPr/>
    </dgm:pt>
    <dgm:pt modelId="{BDECACFD-6494-44F9-B4D6-5DBE0B5F2FDA}" type="pres">
      <dgm:prSet presAssocID="{788E1CEC-B5E4-420D-9F41-6DE5B48C1812}" presName="iconBgRect" presStyleLbl="bgShp" presStyleIdx="0" presStyleCnt="5"/>
      <dgm:spPr/>
    </dgm:pt>
    <dgm:pt modelId="{4443AEED-9E20-449A-9632-F97F0CEF22AE}" type="pres">
      <dgm:prSet presAssocID="{788E1CEC-B5E4-420D-9F41-6DE5B48C181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F80450A9-3A74-43CC-81F3-17E2E7E904D7}" type="pres">
      <dgm:prSet presAssocID="{788E1CEC-B5E4-420D-9F41-6DE5B48C1812}" presName="spaceRect" presStyleCnt="0"/>
      <dgm:spPr/>
    </dgm:pt>
    <dgm:pt modelId="{3E211432-848B-4205-BDE0-9A9CECFFEC4F}" type="pres">
      <dgm:prSet presAssocID="{788E1CEC-B5E4-420D-9F41-6DE5B48C1812}" presName="textRect" presStyleLbl="revTx" presStyleIdx="0" presStyleCnt="5">
        <dgm:presLayoutVars>
          <dgm:chMax val="1"/>
          <dgm:chPref val="1"/>
        </dgm:presLayoutVars>
      </dgm:prSet>
      <dgm:spPr/>
    </dgm:pt>
    <dgm:pt modelId="{BC3D1641-CBED-4AF2-995B-D5B9678DD497}" type="pres">
      <dgm:prSet presAssocID="{ECBF1AEF-1C6D-48E9-8E6F-EBD77AE51DC9}" presName="sibTrans" presStyleCnt="0"/>
      <dgm:spPr/>
    </dgm:pt>
    <dgm:pt modelId="{327751AF-BBEC-409C-9873-6627F1CDD213}" type="pres">
      <dgm:prSet presAssocID="{C41425B2-C949-4298-A953-A2A42D87325F}" presName="compNode" presStyleCnt="0"/>
      <dgm:spPr/>
    </dgm:pt>
    <dgm:pt modelId="{4A944A09-C954-4D30-A470-B59DBBE4FFFE}" type="pres">
      <dgm:prSet presAssocID="{C41425B2-C949-4298-A953-A2A42D87325F}" presName="iconBgRect" presStyleLbl="bgShp" presStyleIdx="1" presStyleCnt="5"/>
      <dgm:spPr/>
    </dgm:pt>
    <dgm:pt modelId="{EC264FFA-E638-4945-9AAC-B40C3A060D07}" type="pres">
      <dgm:prSet presAssocID="{C41425B2-C949-4298-A953-A2A42D87325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50937D53-D585-45B4-8D95-110083B4B254}" type="pres">
      <dgm:prSet presAssocID="{C41425B2-C949-4298-A953-A2A42D87325F}" presName="spaceRect" presStyleCnt="0"/>
      <dgm:spPr/>
    </dgm:pt>
    <dgm:pt modelId="{EA114F97-5A60-4D7D-B264-56224A11F679}" type="pres">
      <dgm:prSet presAssocID="{C41425B2-C949-4298-A953-A2A42D87325F}" presName="textRect" presStyleLbl="revTx" presStyleIdx="1" presStyleCnt="5">
        <dgm:presLayoutVars>
          <dgm:chMax val="1"/>
          <dgm:chPref val="1"/>
        </dgm:presLayoutVars>
      </dgm:prSet>
      <dgm:spPr/>
    </dgm:pt>
    <dgm:pt modelId="{51DEC32E-E678-4412-8BC9-D76BF608C9B4}" type="pres">
      <dgm:prSet presAssocID="{123082E4-96F9-42D1-84FF-C0292E45FF7C}" presName="sibTrans" presStyleCnt="0"/>
      <dgm:spPr/>
    </dgm:pt>
    <dgm:pt modelId="{4F2DAE97-774A-4217-BA77-4DEDD9B2CC46}" type="pres">
      <dgm:prSet presAssocID="{0F55B04A-3AFC-4E33-841F-9DF3FB8CA795}" presName="compNode" presStyleCnt="0"/>
      <dgm:spPr/>
    </dgm:pt>
    <dgm:pt modelId="{60609D08-4064-4F5A-B3B1-6B05080B0A04}" type="pres">
      <dgm:prSet presAssocID="{0F55B04A-3AFC-4E33-841F-9DF3FB8CA795}" presName="iconBgRect" presStyleLbl="bgShp" presStyleIdx="2" presStyleCnt="5"/>
      <dgm:spPr/>
    </dgm:pt>
    <dgm:pt modelId="{F3BA3EE9-4596-4E2D-9F1F-5787092254F6}" type="pres">
      <dgm:prSet presAssocID="{0F55B04A-3AFC-4E33-841F-9DF3FB8CA79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66A056F8-49E9-49B8-AC43-F07B9510FF34}" type="pres">
      <dgm:prSet presAssocID="{0F55B04A-3AFC-4E33-841F-9DF3FB8CA795}" presName="spaceRect" presStyleCnt="0"/>
      <dgm:spPr/>
    </dgm:pt>
    <dgm:pt modelId="{33E1A4F9-52D9-426C-8810-7385FE6256DE}" type="pres">
      <dgm:prSet presAssocID="{0F55B04A-3AFC-4E33-841F-9DF3FB8CA795}" presName="textRect" presStyleLbl="revTx" presStyleIdx="2" presStyleCnt="5">
        <dgm:presLayoutVars>
          <dgm:chMax val="1"/>
          <dgm:chPref val="1"/>
        </dgm:presLayoutVars>
      </dgm:prSet>
      <dgm:spPr/>
    </dgm:pt>
    <dgm:pt modelId="{BD1FDAE5-6240-49F1-BE2C-71764328AF62}" type="pres">
      <dgm:prSet presAssocID="{AFA5529B-4380-40A1-ACAE-3653C62C47FB}" presName="sibTrans" presStyleCnt="0"/>
      <dgm:spPr/>
    </dgm:pt>
    <dgm:pt modelId="{EAF003AF-1BE5-4DA1-8636-8F418639E95A}" type="pres">
      <dgm:prSet presAssocID="{767690AB-8996-41D7-A5D8-91A5BF28A7C4}" presName="compNode" presStyleCnt="0"/>
      <dgm:spPr/>
    </dgm:pt>
    <dgm:pt modelId="{9DEB3E80-D72E-43BD-A073-FEDCCE2E40FF}" type="pres">
      <dgm:prSet presAssocID="{767690AB-8996-41D7-A5D8-91A5BF28A7C4}" presName="iconBgRect" presStyleLbl="bgShp" presStyleIdx="3" presStyleCnt="5"/>
      <dgm:spPr/>
    </dgm:pt>
    <dgm:pt modelId="{624699AB-2155-46AF-A01A-5FA37BEC5ADB}" type="pres">
      <dgm:prSet presAssocID="{767690AB-8996-41D7-A5D8-91A5BF28A7C4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8EE25813-42A2-4D3A-9037-0FD8C6BBCD42}" type="pres">
      <dgm:prSet presAssocID="{767690AB-8996-41D7-A5D8-91A5BF28A7C4}" presName="spaceRect" presStyleCnt="0"/>
      <dgm:spPr/>
    </dgm:pt>
    <dgm:pt modelId="{9F3B3082-D416-4AA8-9EB9-22DDAD82DFFC}" type="pres">
      <dgm:prSet presAssocID="{767690AB-8996-41D7-A5D8-91A5BF28A7C4}" presName="textRect" presStyleLbl="revTx" presStyleIdx="3" presStyleCnt="5">
        <dgm:presLayoutVars>
          <dgm:chMax val="1"/>
          <dgm:chPref val="1"/>
        </dgm:presLayoutVars>
      </dgm:prSet>
      <dgm:spPr/>
    </dgm:pt>
    <dgm:pt modelId="{64FCCB6B-5328-4F42-B3F8-F7D0A7797F49}" type="pres">
      <dgm:prSet presAssocID="{AAF23080-CF62-46E7-8599-C71B982ABDEE}" presName="sibTrans" presStyleCnt="0"/>
      <dgm:spPr/>
    </dgm:pt>
    <dgm:pt modelId="{9E9FD409-C054-4186-B314-50A80306DA8E}" type="pres">
      <dgm:prSet presAssocID="{77F6A242-AED7-4465-8B8A-8BFD045B9E02}" presName="compNode" presStyleCnt="0"/>
      <dgm:spPr/>
    </dgm:pt>
    <dgm:pt modelId="{BF8BCB9D-D992-48D4-BA1B-CD6C7C380C2C}" type="pres">
      <dgm:prSet presAssocID="{77F6A242-AED7-4465-8B8A-8BFD045B9E02}" presName="iconBgRect" presStyleLbl="bgShp" presStyleIdx="4" presStyleCnt="5"/>
      <dgm:spPr/>
    </dgm:pt>
    <dgm:pt modelId="{6C474091-3EBB-4B69-AE1E-7AF1F232E94C}" type="pres">
      <dgm:prSet presAssocID="{77F6A242-AED7-4465-8B8A-8BFD045B9E0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EA249CAB-FFED-46EC-B19E-A57CE9B2BFFA}" type="pres">
      <dgm:prSet presAssocID="{77F6A242-AED7-4465-8B8A-8BFD045B9E02}" presName="spaceRect" presStyleCnt="0"/>
      <dgm:spPr/>
    </dgm:pt>
    <dgm:pt modelId="{14B43E85-32DD-4EFC-AF00-3BF72CAF4212}" type="pres">
      <dgm:prSet presAssocID="{77F6A242-AED7-4465-8B8A-8BFD045B9E0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182EC02-50FA-4091-818C-4D247085F276}" type="presOf" srcId="{767690AB-8996-41D7-A5D8-91A5BF28A7C4}" destId="{9F3B3082-D416-4AA8-9EB9-22DDAD82DFFC}" srcOrd="0" destOrd="0" presId="urn:microsoft.com/office/officeart/2018/5/layout/IconCircleLabelList"/>
    <dgm:cxn modelId="{45A4EC10-5AC9-46C4-8AEF-8C98E131DF8E}" srcId="{054580F3-7CE5-460C-9DD5-9C1B4CBD6D2F}" destId="{C41425B2-C949-4298-A953-A2A42D87325F}" srcOrd="1" destOrd="0" parTransId="{556775C3-89DA-48E6-8C88-FA20E561D97F}" sibTransId="{123082E4-96F9-42D1-84FF-C0292E45FF7C}"/>
    <dgm:cxn modelId="{40E37B1B-5689-434C-B29A-6CCCA27445F6}" type="presOf" srcId="{0F55B04A-3AFC-4E33-841F-9DF3FB8CA795}" destId="{33E1A4F9-52D9-426C-8810-7385FE6256DE}" srcOrd="0" destOrd="0" presId="urn:microsoft.com/office/officeart/2018/5/layout/IconCircleLabelList"/>
    <dgm:cxn modelId="{8E684E20-2A76-4371-BA13-D763F86F15E4}" type="presOf" srcId="{788E1CEC-B5E4-420D-9F41-6DE5B48C1812}" destId="{3E211432-848B-4205-BDE0-9A9CECFFEC4F}" srcOrd="0" destOrd="0" presId="urn:microsoft.com/office/officeart/2018/5/layout/IconCircleLabelList"/>
    <dgm:cxn modelId="{FE1E6E23-E71B-4A34-BCC6-13F1D6EEBA2D}" srcId="{054580F3-7CE5-460C-9DD5-9C1B4CBD6D2F}" destId="{0F55B04A-3AFC-4E33-841F-9DF3FB8CA795}" srcOrd="2" destOrd="0" parTransId="{563743EA-1991-431B-873D-F8735D24257F}" sibTransId="{AFA5529B-4380-40A1-ACAE-3653C62C47FB}"/>
    <dgm:cxn modelId="{7259337C-FDA1-49DB-8466-91B40A6B38B7}" srcId="{054580F3-7CE5-460C-9DD5-9C1B4CBD6D2F}" destId="{77F6A242-AED7-4465-8B8A-8BFD045B9E02}" srcOrd="4" destOrd="0" parTransId="{947FB989-61FD-46A3-B985-F650390A57B2}" sibTransId="{40D977DA-5F40-48E5-A564-DBBCA5E01F70}"/>
    <dgm:cxn modelId="{006A9C7E-4447-4120-906C-4A67C44FCE16}" type="presOf" srcId="{054580F3-7CE5-460C-9DD5-9C1B4CBD6D2F}" destId="{5BADD66D-5BE3-4ACD-A68A-BF744CC81EF3}" srcOrd="0" destOrd="0" presId="urn:microsoft.com/office/officeart/2018/5/layout/IconCircleLabelList"/>
    <dgm:cxn modelId="{0AA35780-1254-4C38-A4A5-9DB46814441F}" srcId="{054580F3-7CE5-460C-9DD5-9C1B4CBD6D2F}" destId="{767690AB-8996-41D7-A5D8-91A5BF28A7C4}" srcOrd="3" destOrd="0" parTransId="{FFD5E166-7077-404B-BD28-728F2973B245}" sibTransId="{AAF23080-CF62-46E7-8599-C71B982ABDEE}"/>
    <dgm:cxn modelId="{DF65FE88-23DE-421C-B8DF-08F43C30D7DB}" type="presOf" srcId="{77F6A242-AED7-4465-8B8A-8BFD045B9E02}" destId="{14B43E85-32DD-4EFC-AF00-3BF72CAF4212}" srcOrd="0" destOrd="0" presId="urn:microsoft.com/office/officeart/2018/5/layout/IconCircleLabelList"/>
    <dgm:cxn modelId="{803842A3-0E33-4059-8F21-759472A252D8}" type="presOf" srcId="{C41425B2-C949-4298-A953-A2A42D87325F}" destId="{EA114F97-5A60-4D7D-B264-56224A11F679}" srcOrd="0" destOrd="0" presId="urn:microsoft.com/office/officeart/2018/5/layout/IconCircleLabelList"/>
    <dgm:cxn modelId="{B0668BFF-CF38-4B54-9D0F-0C88CB5D2D66}" srcId="{054580F3-7CE5-460C-9DD5-9C1B4CBD6D2F}" destId="{788E1CEC-B5E4-420D-9F41-6DE5B48C1812}" srcOrd="0" destOrd="0" parTransId="{2F7A546A-B761-4193-BE02-FF29480783F6}" sibTransId="{ECBF1AEF-1C6D-48E9-8E6F-EBD77AE51DC9}"/>
    <dgm:cxn modelId="{9A631674-3286-48C7-B4BB-5388D624E53F}" type="presParOf" srcId="{5BADD66D-5BE3-4ACD-A68A-BF744CC81EF3}" destId="{3A6EDAA8-6499-4DF6-9B66-438B4262E1DC}" srcOrd="0" destOrd="0" presId="urn:microsoft.com/office/officeart/2018/5/layout/IconCircleLabelList"/>
    <dgm:cxn modelId="{3EEEA0BA-FC9C-4715-BD21-B12C7324C101}" type="presParOf" srcId="{3A6EDAA8-6499-4DF6-9B66-438B4262E1DC}" destId="{BDECACFD-6494-44F9-B4D6-5DBE0B5F2FDA}" srcOrd="0" destOrd="0" presId="urn:microsoft.com/office/officeart/2018/5/layout/IconCircleLabelList"/>
    <dgm:cxn modelId="{70A18973-0609-4E6A-B33F-C3B7028D37AA}" type="presParOf" srcId="{3A6EDAA8-6499-4DF6-9B66-438B4262E1DC}" destId="{4443AEED-9E20-449A-9632-F97F0CEF22AE}" srcOrd="1" destOrd="0" presId="urn:microsoft.com/office/officeart/2018/5/layout/IconCircleLabelList"/>
    <dgm:cxn modelId="{8AAD9E8B-55F8-4B71-90F5-C24E1E107E02}" type="presParOf" srcId="{3A6EDAA8-6499-4DF6-9B66-438B4262E1DC}" destId="{F80450A9-3A74-43CC-81F3-17E2E7E904D7}" srcOrd="2" destOrd="0" presId="urn:microsoft.com/office/officeart/2018/5/layout/IconCircleLabelList"/>
    <dgm:cxn modelId="{3BAAB445-4895-412D-9FB4-78CF1EA733EC}" type="presParOf" srcId="{3A6EDAA8-6499-4DF6-9B66-438B4262E1DC}" destId="{3E211432-848B-4205-BDE0-9A9CECFFEC4F}" srcOrd="3" destOrd="0" presId="urn:microsoft.com/office/officeart/2018/5/layout/IconCircleLabelList"/>
    <dgm:cxn modelId="{1C9AE88A-150A-4ACF-9ECC-E9B7D73B04BA}" type="presParOf" srcId="{5BADD66D-5BE3-4ACD-A68A-BF744CC81EF3}" destId="{BC3D1641-CBED-4AF2-995B-D5B9678DD497}" srcOrd="1" destOrd="0" presId="urn:microsoft.com/office/officeart/2018/5/layout/IconCircleLabelList"/>
    <dgm:cxn modelId="{1BF5F445-B774-4A3D-9BD2-38FFA3043CA6}" type="presParOf" srcId="{5BADD66D-5BE3-4ACD-A68A-BF744CC81EF3}" destId="{327751AF-BBEC-409C-9873-6627F1CDD213}" srcOrd="2" destOrd="0" presId="urn:microsoft.com/office/officeart/2018/5/layout/IconCircleLabelList"/>
    <dgm:cxn modelId="{8964D950-0842-4060-8637-D7E669FA086D}" type="presParOf" srcId="{327751AF-BBEC-409C-9873-6627F1CDD213}" destId="{4A944A09-C954-4D30-A470-B59DBBE4FFFE}" srcOrd="0" destOrd="0" presId="urn:microsoft.com/office/officeart/2018/5/layout/IconCircleLabelList"/>
    <dgm:cxn modelId="{809AFA9D-3092-46E6-9DA1-7D8795B25AC4}" type="presParOf" srcId="{327751AF-BBEC-409C-9873-6627F1CDD213}" destId="{EC264FFA-E638-4945-9AAC-B40C3A060D07}" srcOrd="1" destOrd="0" presId="urn:microsoft.com/office/officeart/2018/5/layout/IconCircleLabelList"/>
    <dgm:cxn modelId="{94DE2D31-0F44-4AEC-85E9-146A54AEB08C}" type="presParOf" srcId="{327751AF-BBEC-409C-9873-6627F1CDD213}" destId="{50937D53-D585-45B4-8D95-110083B4B254}" srcOrd="2" destOrd="0" presId="urn:microsoft.com/office/officeart/2018/5/layout/IconCircleLabelList"/>
    <dgm:cxn modelId="{85ABF051-8BE1-477C-B717-A2CA3028443A}" type="presParOf" srcId="{327751AF-BBEC-409C-9873-6627F1CDD213}" destId="{EA114F97-5A60-4D7D-B264-56224A11F679}" srcOrd="3" destOrd="0" presId="urn:microsoft.com/office/officeart/2018/5/layout/IconCircleLabelList"/>
    <dgm:cxn modelId="{A2EBB677-8ED9-4D39-B8F6-8248A0F14E5B}" type="presParOf" srcId="{5BADD66D-5BE3-4ACD-A68A-BF744CC81EF3}" destId="{51DEC32E-E678-4412-8BC9-D76BF608C9B4}" srcOrd="3" destOrd="0" presId="urn:microsoft.com/office/officeart/2018/5/layout/IconCircleLabelList"/>
    <dgm:cxn modelId="{52E64E75-E6CD-4BB4-855D-84C28640FBF2}" type="presParOf" srcId="{5BADD66D-5BE3-4ACD-A68A-BF744CC81EF3}" destId="{4F2DAE97-774A-4217-BA77-4DEDD9B2CC46}" srcOrd="4" destOrd="0" presId="urn:microsoft.com/office/officeart/2018/5/layout/IconCircleLabelList"/>
    <dgm:cxn modelId="{945F1F55-EF99-42A3-8C20-6EDD62B3F2E7}" type="presParOf" srcId="{4F2DAE97-774A-4217-BA77-4DEDD9B2CC46}" destId="{60609D08-4064-4F5A-B3B1-6B05080B0A04}" srcOrd="0" destOrd="0" presId="urn:microsoft.com/office/officeart/2018/5/layout/IconCircleLabelList"/>
    <dgm:cxn modelId="{71BAB639-EB3B-4646-9D08-8122F49F637B}" type="presParOf" srcId="{4F2DAE97-774A-4217-BA77-4DEDD9B2CC46}" destId="{F3BA3EE9-4596-4E2D-9F1F-5787092254F6}" srcOrd="1" destOrd="0" presId="urn:microsoft.com/office/officeart/2018/5/layout/IconCircleLabelList"/>
    <dgm:cxn modelId="{BE5CEE05-1E79-4485-9B1B-264DDF8EEE76}" type="presParOf" srcId="{4F2DAE97-774A-4217-BA77-4DEDD9B2CC46}" destId="{66A056F8-49E9-49B8-AC43-F07B9510FF34}" srcOrd="2" destOrd="0" presId="urn:microsoft.com/office/officeart/2018/5/layout/IconCircleLabelList"/>
    <dgm:cxn modelId="{BB050E50-9E94-4671-BA69-E5538F9BDEDC}" type="presParOf" srcId="{4F2DAE97-774A-4217-BA77-4DEDD9B2CC46}" destId="{33E1A4F9-52D9-426C-8810-7385FE6256DE}" srcOrd="3" destOrd="0" presId="urn:microsoft.com/office/officeart/2018/5/layout/IconCircleLabelList"/>
    <dgm:cxn modelId="{BCDCCE71-5DCD-4419-8D8E-9F25A16906AB}" type="presParOf" srcId="{5BADD66D-5BE3-4ACD-A68A-BF744CC81EF3}" destId="{BD1FDAE5-6240-49F1-BE2C-71764328AF62}" srcOrd="5" destOrd="0" presId="urn:microsoft.com/office/officeart/2018/5/layout/IconCircleLabelList"/>
    <dgm:cxn modelId="{E3804713-F2B4-470B-A5FE-0950E09E6202}" type="presParOf" srcId="{5BADD66D-5BE3-4ACD-A68A-BF744CC81EF3}" destId="{EAF003AF-1BE5-4DA1-8636-8F418639E95A}" srcOrd="6" destOrd="0" presId="urn:microsoft.com/office/officeart/2018/5/layout/IconCircleLabelList"/>
    <dgm:cxn modelId="{A3B70B15-28C0-4D29-89EB-448BC07951CD}" type="presParOf" srcId="{EAF003AF-1BE5-4DA1-8636-8F418639E95A}" destId="{9DEB3E80-D72E-43BD-A073-FEDCCE2E40FF}" srcOrd="0" destOrd="0" presId="urn:microsoft.com/office/officeart/2018/5/layout/IconCircleLabelList"/>
    <dgm:cxn modelId="{2D43C655-5F2E-4317-A372-F19C05D485EE}" type="presParOf" srcId="{EAF003AF-1BE5-4DA1-8636-8F418639E95A}" destId="{624699AB-2155-46AF-A01A-5FA37BEC5ADB}" srcOrd="1" destOrd="0" presId="urn:microsoft.com/office/officeart/2018/5/layout/IconCircleLabelList"/>
    <dgm:cxn modelId="{6F7B7717-887D-4935-9B49-BED6F6436D0B}" type="presParOf" srcId="{EAF003AF-1BE5-4DA1-8636-8F418639E95A}" destId="{8EE25813-42A2-4D3A-9037-0FD8C6BBCD42}" srcOrd="2" destOrd="0" presId="urn:microsoft.com/office/officeart/2018/5/layout/IconCircleLabelList"/>
    <dgm:cxn modelId="{B108DCD8-E504-465C-B23D-8470E7A64C89}" type="presParOf" srcId="{EAF003AF-1BE5-4DA1-8636-8F418639E95A}" destId="{9F3B3082-D416-4AA8-9EB9-22DDAD82DFFC}" srcOrd="3" destOrd="0" presId="urn:microsoft.com/office/officeart/2018/5/layout/IconCircleLabelList"/>
    <dgm:cxn modelId="{8B5CB7E3-32C8-4742-9593-D5B0EB0747CA}" type="presParOf" srcId="{5BADD66D-5BE3-4ACD-A68A-BF744CC81EF3}" destId="{64FCCB6B-5328-4F42-B3F8-F7D0A7797F49}" srcOrd="7" destOrd="0" presId="urn:microsoft.com/office/officeart/2018/5/layout/IconCircleLabelList"/>
    <dgm:cxn modelId="{350BEF71-9F1B-41F0-81DD-A5B66E4241BC}" type="presParOf" srcId="{5BADD66D-5BE3-4ACD-A68A-BF744CC81EF3}" destId="{9E9FD409-C054-4186-B314-50A80306DA8E}" srcOrd="8" destOrd="0" presId="urn:microsoft.com/office/officeart/2018/5/layout/IconCircleLabelList"/>
    <dgm:cxn modelId="{4D65C054-66D1-48A1-B721-FB946B3918E1}" type="presParOf" srcId="{9E9FD409-C054-4186-B314-50A80306DA8E}" destId="{BF8BCB9D-D992-48D4-BA1B-CD6C7C380C2C}" srcOrd="0" destOrd="0" presId="urn:microsoft.com/office/officeart/2018/5/layout/IconCircleLabelList"/>
    <dgm:cxn modelId="{D54C1BE2-C748-4F1E-AB67-A5B1BCA2EC50}" type="presParOf" srcId="{9E9FD409-C054-4186-B314-50A80306DA8E}" destId="{6C474091-3EBB-4B69-AE1E-7AF1F232E94C}" srcOrd="1" destOrd="0" presId="urn:microsoft.com/office/officeart/2018/5/layout/IconCircleLabelList"/>
    <dgm:cxn modelId="{EF828CBC-B916-4E44-91A5-C2E20911A2A6}" type="presParOf" srcId="{9E9FD409-C054-4186-B314-50A80306DA8E}" destId="{EA249CAB-FFED-46EC-B19E-A57CE9B2BFFA}" srcOrd="2" destOrd="0" presId="urn:microsoft.com/office/officeart/2018/5/layout/IconCircleLabelList"/>
    <dgm:cxn modelId="{6A205F3C-8530-46A4-9713-005A6C41BBFD}" type="presParOf" srcId="{9E9FD409-C054-4186-B314-50A80306DA8E}" destId="{14B43E85-32DD-4EFC-AF00-3BF72CAF421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E53711-C170-44E0-8CF2-9B16F395791D}">
      <dsp:nvSpPr>
        <dsp:cNvPr id="0" name=""/>
        <dsp:cNvSpPr/>
      </dsp:nvSpPr>
      <dsp:spPr>
        <a:xfrm>
          <a:off x="3080014" y="1761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The proposed application is an AI-powered subject segmentation system designed to automatically identify, segment, and extract the primary object from complex real-world images.</a:t>
          </a:r>
        </a:p>
      </dsp:txBody>
      <dsp:txXfrm>
        <a:off x="3206878" y="128625"/>
        <a:ext cx="612552" cy="612552"/>
      </dsp:txXfrm>
    </dsp:sp>
    <dsp:sp modelId="{DB3C2473-1F46-4C38-881D-EA63FECB06B6}">
      <dsp:nvSpPr>
        <dsp:cNvPr id="0" name=""/>
        <dsp:cNvSpPr/>
      </dsp:nvSpPr>
      <dsp:spPr>
        <a:xfrm rot="1350000">
          <a:off x="3992911" y="535155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3995542" y="580404"/>
        <a:ext cx="161277" cy="175421"/>
      </dsp:txXfrm>
    </dsp:sp>
    <dsp:sp modelId="{BE0525A0-61F9-48A6-B131-6017E33F1611}">
      <dsp:nvSpPr>
        <dsp:cNvPr id="0" name=""/>
        <dsp:cNvSpPr/>
      </dsp:nvSpPr>
      <dsp:spPr>
        <a:xfrm>
          <a:off x="4281972" y="499629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It leverages deep learning-based semantic segmentation techniques trained on the COCO dataset to achieve accurate and scalable results.</a:t>
          </a:r>
        </a:p>
      </dsp:txBody>
      <dsp:txXfrm>
        <a:off x="4408836" y="626493"/>
        <a:ext cx="612552" cy="612552"/>
      </dsp:txXfrm>
    </dsp:sp>
    <dsp:sp modelId="{71B3C49E-D055-46F8-A41F-A4402EB89A4B}">
      <dsp:nvSpPr>
        <dsp:cNvPr id="0" name=""/>
        <dsp:cNvSpPr/>
      </dsp:nvSpPr>
      <dsp:spPr>
        <a:xfrm rot="4050000">
          <a:off x="4846352" y="1381539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4867686" y="1408085"/>
        <a:ext cx="161277" cy="175421"/>
      </dsp:txXfrm>
    </dsp:sp>
    <dsp:sp modelId="{4EF740F9-C982-4080-867B-475BD719C7A8}">
      <dsp:nvSpPr>
        <dsp:cNvPr id="0" name=""/>
        <dsp:cNvSpPr/>
      </dsp:nvSpPr>
      <dsp:spPr>
        <a:xfrm>
          <a:off x="4779839" y="1701587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1. </a:t>
          </a:r>
          <a:r>
            <a:rPr lang="en-US" sz="500" b="1" kern="1200"/>
            <a:t>Data Acquisition</a:t>
          </a:r>
          <a:endParaRPr lang="en-US" sz="500" kern="1200"/>
        </a:p>
      </dsp:txBody>
      <dsp:txXfrm>
        <a:off x="4906703" y="1828451"/>
        <a:ext cx="612552" cy="612552"/>
      </dsp:txXfrm>
    </dsp:sp>
    <dsp:sp modelId="{5A4ECD23-6169-4060-B108-83CB0561F4C8}">
      <dsp:nvSpPr>
        <dsp:cNvPr id="0" name=""/>
        <dsp:cNvSpPr/>
      </dsp:nvSpPr>
      <dsp:spPr>
        <a:xfrm rot="6750000">
          <a:off x="4851343" y="2583497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10800000">
        <a:off x="4899127" y="2610043"/>
        <a:ext cx="161277" cy="175421"/>
      </dsp:txXfrm>
    </dsp:sp>
    <dsp:sp modelId="{3B0226D5-127D-4B0E-B810-E9F1E59EFF48}">
      <dsp:nvSpPr>
        <dsp:cNvPr id="0" name=""/>
        <dsp:cNvSpPr/>
      </dsp:nvSpPr>
      <dsp:spPr>
        <a:xfrm>
          <a:off x="4281972" y="2903545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2. </a:t>
          </a:r>
          <a:r>
            <a:rPr lang="en-US" sz="500" b="1" kern="1200"/>
            <a:t>Image Preprocessing</a:t>
          </a:r>
          <a:endParaRPr lang="en-US" sz="500" kern="1200"/>
        </a:p>
      </dsp:txBody>
      <dsp:txXfrm>
        <a:off x="4408836" y="3030409"/>
        <a:ext cx="612552" cy="612552"/>
      </dsp:txXfrm>
    </dsp:sp>
    <dsp:sp modelId="{74D58750-8587-41DF-906C-C7590F15ED66}">
      <dsp:nvSpPr>
        <dsp:cNvPr id="0" name=""/>
        <dsp:cNvSpPr/>
      </dsp:nvSpPr>
      <dsp:spPr>
        <a:xfrm rot="9450000">
          <a:off x="4004959" y="3436938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10800000">
        <a:off x="4071446" y="3482187"/>
        <a:ext cx="161277" cy="175421"/>
      </dsp:txXfrm>
    </dsp:sp>
    <dsp:sp modelId="{37B1C6FD-85FE-4D9B-AF12-5622C5919069}">
      <dsp:nvSpPr>
        <dsp:cNvPr id="0" name=""/>
        <dsp:cNvSpPr/>
      </dsp:nvSpPr>
      <dsp:spPr>
        <a:xfrm>
          <a:off x="3080014" y="3401412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3. </a:t>
          </a:r>
          <a:r>
            <a:rPr lang="en-US" sz="500" b="1" kern="1200"/>
            <a:t>Mask Generation </a:t>
          </a:r>
          <a:endParaRPr lang="en-US" sz="500" kern="1200"/>
        </a:p>
      </dsp:txBody>
      <dsp:txXfrm>
        <a:off x="3206878" y="3528276"/>
        <a:ext cx="612552" cy="612552"/>
      </dsp:txXfrm>
    </dsp:sp>
    <dsp:sp modelId="{17E42068-4B51-4B5E-AF29-4EFAFF88CCE4}">
      <dsp:nvSpPr>
        <dsp:cNvPr id="0" name=""/>
        <dsp:cNvSpPr/>
      </dsp:nvSpPr>
      <dsp:spPr>
        <a:xfrm rot="12150000">
          <a:off x="2803001" y="3441929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10800000">
        <a:off x="2869488" y="3513628"/>
        <a:ext cx="161277" cy="175421"/>
      </dsp:txXfrm>
    </dsp:sp>
    <dsp:sp modelId="{E1B1CAEC-A7FC-432F-90B9-090C24EDE3CB}">
      <dsp:nvSpPr>
        <dsp:cNvPr id="0" name=""/>
        <dsp:cNvSpPr/>
      </dsp:nvSpPr>
      <dsp:spPr>
        <a:xfrm>
          <a:off x="1878056" y="2903545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4. </a:t>
          </a:r>
          <a:r>
            <a:rPr lang="en-US" sz="500" b="1" kern="1200"/>
            <a:t>Model Training</a:t>
          </a:r>
          <a:endParaRPr lang="en-US" sz="500" kern="1200"/>
        </a:p>
      </dsp:txBody>
      <dsp:txXfrm>
        <a:off x="2004920" y="3030409"/>
        <a:ext cx="612552" cy="612552"/>
      </dsp:txXfrm>
    </dsp:sp>
    <dsp:sp modelId="{E3E1DF4A-C20B-4C4B-85B8-2F32EE6C3532}">
      <dsp:nvSpPr>
        <dsp:cNvPr id="0" name=""/>
        <dsp:cNvSpPr/>
      </dsp:nvSpPr>
      <dsp:spPr>
        <a:xfrm rot="14850000">
          <a:off x="1949560" y="2595545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10800000">
        <a:off x="1997344" y="2685947"/>
        <a:ext cx="161277" cy="175421"/>
      </dsp:txXfrm>
    </dsp:sp>
    <dsp:sp modelId="{02DBC1F4-02C7-483D-BA21-5AACC7DD5CB8}">
      <dsp:nvSpPr>
        <dsp:cNvPr id="0" name=""/>
        <dsp:cNvSpPr/>
      </dsp:nvSpPr>
      <dsp:spPr>
        <a:xfrm>
          <a:off x="1380188" y="1701587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5. </a:t>
          </a:r>
          <a:r>
            <a:rPr lang="en-US" sz="500" b="1" kern="1200"/>
            <a:t>Inference &amp; Prediction</a:t>
          </a:r>
          <a:endParaRPr lang="en-US" sz="500" kern="1200"/>
        </a:p>
      </dsp:txBody>
      <dsp:txXfrm>
        <a:off x="1507052" y="1828451"/>
        <a:ext cx="612552" cy="612552"/>
      </dsp:txXfrm>
    </dsp:sp>
    <dsp:sp modelId="{6215F917-D08B-477A-BB18-B31F531EB133}">
      <dsp:nvSpPr>
        <dsp:cNvPr id="0" name=""/>
        <dsp:cNvSpPr/>
      </dsp:nvSpPr>
      <dsp:spPr>
        <a:xfrm rot="17550000">
          <a:off x="1944569" y="1393587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965903" y="1483989"/>
        <a:ext cx="161277" cy="175421"/>
      </dsp:txXfrm>
    </dsp:sp>
    <dsp:sp modelId="{3ED76081-131D-4B27-92E5-3254068B55AF}">
      <dsp:nvSpPr>
        <dsp:cNvPr id="0" name=""/>
        <dsp:cNvSpPr/>
      </dsp:nvSpPr>
      <dsp:spPr>
        <a:xfrm>
          <a:off x="1878056" y="499629"/>
          <a:ext cx="866280" cy="86628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6. </a:t>
          </a:r>
          <a:r>
            <a:rPr lang="en-US" sz="500" b="1" kern="1200"/>
            <a:t>User Interface </a:t>
          </a:r>
          <a:endParaRPr lang="en-US" sz="500" kern="1200"/>
        </a:p>
      </dsp:txBody>
      <dsp:txXfrm>
        <a:off x="2004920" y="626493"/>
        <a:ext cx="612552" cy="612552"/>
      </dsp:txXfrm>
    </dsp:sp>
    <dsp:sp modelId="{AEF7E401-0647-4B22-AA8C-2B20F4BE167F}">
      <dsp:nvSpPr>
        <dsp:cNvPr id="0" name=""/>
        <dsp:cNvSpPr/>
      </dsp:nvSpPr>
      <dsp:spPr>
        <a:xfrm rot="20250000">
          <a:off x="2790953" y="540146"/>
          <a:ext cx="230395" cy="29236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2793584" y="611845"/>
        <a:ext cx="161277" cy="1754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9D83B8-7C1A-4091-80EC-E16C5F15C886}">
      <dsp:nvSpPr>
        <dsp:cNvPr id="0" name=""/>
        <dsp:cNvSpPr/>
      </dsp:nvSpPr>
      <dsp:spPr>
        <a:xfrm>
          <a:off x="2967632" y="630811"/>
          <a:ext cx="485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54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7503" y="673951"/>
        <a:ext cx="25807" cy="5161"/>
      </dsp:txXfrm>
    </dsp:sp>
    <dsp:sp modelId="{A26C1174-2063-4470-B695-DA30584F0AAB}">
      <dsp:nvSpPr>
        <dsp:cNvPr id="0" name=""/>
        <dsp:cNvSpPr/>
      </dsp:nvSpPr>
      <dsp:spPr>
        <a:xfrm>
          <a:off x="725306" y="3294"/>
          <a:ext cx="2244125" cy="1346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964" tIns="115427" rIns="109964" bIns="115427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Step 1: Preprocessing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Resize + denoise + normalize </a:t>
          </a:r>
        </a:p>
      </dsp:txBody>
      <dsp:txXfrm>
        <a:off x="725306" y="3294"/>
        <a:ext cx="2244125" cy="1346475"/>
      </dsp:txXfrm>
    </dsp:sp>
    <dsp:sp modelId="{0B05BB2F-AFEC-4054-99FE-BFF9006D85A1}">
      <dsp:nvSpPr>
        <dsp:cNvPr id="0" name=""/>
        <dsp:cNvSpPr/>
      </dsp:nvSpPr>
      <dsp:spPr>
        <a:xfrm>
          <a:off x="1847369" y="1347969"/>
          <a:ext cx="2760274" cy="485548"/>
        </a:xfrm>
        <a:custGeom>
          <a:avLst/>
          <a:gdLst/>
          <a:ahLst/>
          <a:cxnLst/>
          <a:rect l="0" t="0" r="0" b="0"/>
          <a:pathLst>
            <a:path>
              <a:moveTo>
                <a:pt x="2760274" y="0"/>
              </a:moveTo>
              <a:lnTo>
                <a:pt x="2760274" y="259874"/>
              </a:lnTo>
              <a:lnTo>
                <a:pt x="0" y="259874"/>
              </a:lnTo>
              <a:lnTo>
                <a:pt x="0" y="48554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7304" y="1588163"/>
        <a:ext cx="140405" cy="5161"/>
      </dsp:txXfrm>
    </dsp:sp>
    <dsp:sp modelId="{A756D50F-8983-4934-BEC2-09F9C4437178}">
      <dsp:nvSpPr>
        <dsp:cNvPr id="0" name=""/>
        <dsp:cNvSpPr/>
      </dsp:nvSpPr>
      <dsp:spPr>
        <a:xfrm>
          <a:off x="3485581" y="3294"/>
          <a:ext cx="2244125" cy="1346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964" tIns="115427" rIns="109964" bIns="115427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Step 2: Mask Generation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Extract annotations from COCO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Select </a:t>
          </a:r>
          <a:r>
            <a:rPr lang="en-US" sz="1200" b="1" kern="1200"/>
            <a:t>largest object</a:t>
          </a:r>
          <a:r>
            <a:rPr lang="en-US" sz="1200" kern="1200"/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Clean using morphology</a:t>
          </a:r>
        </a:p>
      </dsp:txBody>
      <dsp:txXfrm>
        <a:off x="3485581" y="3294"/>
        <a:ext cx="2244125" cy="1346475"/>
      </dsp:txXfrm>
    </dsp:sp>
    <dsp:sp modelId="{37984D81-8174-4300-8696-B4BE7EB4A4B2}">
      <dsp:nvSpPr>
        <dsp:cNvPr id="0" name=""/>
        <dsp:cNvSpPr/>
      </dsp:nvSpPr>
      <dsp:spPr>
        <a:xfrm>
          <a:off x="2967632" y="2493436"/>
          <a:ext cx="485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54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7503" y="2536575"/>
        <a:ext cx="25807" cy="5161"/>
      </dsp:txXfrm>
    </dsp:sp>
    <dsp:sp modelId="{A048FFC6-3731-4322-9255-4282A0CFE1A1}">
      <dsp:nvSpPr>
        <dsp:cNvPr id="0" name=""/>
        <dsp:cNvSpPr/>
      </dsp:nvSpPr>
      <dsp:spPr>
        <a:xfrm>
          <a:off x="725306" y="1865918"/>
          <a:ext cx="2244125" cy="1346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964" tIns="115427" rIns="109964" bIns="115427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Step 3: Model Training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Dataset split: 70/15/15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DeepLabV3+ model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Combined Loss function</a:t>
          </a:r>
        </a:p>
      </dsp:txBody>
      <dsp:txXfrm>
        <a:off x="725306" y="1865918"/>
        <a:ext cx="2244125" cy="1346475"/>
      </dsp:txXfrm>
    </dsp:sp>
    <dsp:sp modelId="{D8C153B6-6BA4-4CFB-A0DA-ACF4E14B3D58}">
      <dsp:nvSpPr>
        <dsp:cNvPr id="0" name=""/>
        <dsp:cNvSpPr/>
      </dsp:nvSpPr>
      <dsp:spPr>
        <a:xfrm>
          <a:off x="1847369" y="3210594"/>
          <a:ext cx="2760274" cy="485548"/>
        </a:xfrm>
        <a:custGeom>
          <a:avLst/>
          <a:gdLst/>
          <a:ahLst/>
          <a:cxnLst/>
          <a:rect l="0" t="0" r="0" b="0"/>
          <a:pathLst>
            <a:path>
              <a:moveTo>
                <a:pt x="2760274" y="0"/>
              </a:moveTo>
              <a:lnTo>
                <a:pt x="2760274" y="259874"/>
              </a:lnTo>
              <a:lnTo>
                <a:pt x="0" y="259874"/>
              </a:lnTo>
              <a:lnTo>
                <a:pt x="0" y="48554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7304" y="3450788"/>
        <a:ext cx="140405" cy="5161"/>
      </dsp:txXfrm>
    </dsp:sp>
    <dsp:sp modelId="{820C98C2-D278-4FA7-ACED-74A34E818A9F}">
      <dsp:nvSpPr>
        <dsp:cNvPr id="0" name=""/>
        <dsp:cNvSpPr/>
      </dsp:nvSpPr>
      <dsp:spPr>
        <a:xfrm>
          <a:off x="3485581" y="1865918"/>
          <a:ext cx="2244125" cy="1346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964" tIns="115427" rIns="109964" bIns="115427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Step 4: Inference and PRediction 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Threshold mask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Extract subject</a:t>
          </a:r>
        </a:p>
      </dsp:txBody>
      <dsp:txXfrm>
        <a:off x="3485581" y="1865918"/>
        <a:ext cx="2244125" cy="1346475"/>
      </dsp:txXfrm>
    </dsp:sp>
    <dsp:sp modelId="{01A35C5E-73C5-45E3-B022-DA08224EA142}">
      <dsp:nvSpPr>
        <dsp:cNvPr id="0" name=""/>
        <dsp:cNvSpPr/>
      </dsp:nvSpPr>
      <dsp:spPr>
        <a:xfrm>
          <a:off x="2967632" y="4356061"/>
          <a:ext cx="4855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54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7503" y="4399200"/>
        <a:ext cx="25807" cy="5161"/>
      </dsp:txXfrm>
    </dsp:sp>
    <dsp:sp modelId="{391844EB-93DE-45AF-9382-81EE5E952996}">
      <dsp:nvSpPr>
        <dsp:cNvPr id="0" name=""/>
        <dsp:cNvSpPr/>
      </dsp:nvSpPr>
      <dsp:spPr>
        <a:xfrm>
          <a:off x="725306" y="3728543"/>
          <a:ext cx="2244125" cy="1346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964" tIns="115427" rIns="109964" bIns="11542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Step 5:UI Integration</a:t>
          </a:r>
        </a:p>
      </dsp:txBody>
      <dsp:txXfrm>
        <a:off x="725306" y="3728543"/>
        <a:ext cx="2244125" cy="1346475"/>
      </dsp:txXfrm>
    </dsp:sp>
    <dsp:sp modelId="{ADE0AF7F-1566-49D5-8C40-DABE73036A3A}">
      <dsp:nvSpPr>
        <dsp:cNvPr id="0" name=""/>
        <dsp:cNvSpPr/>
      </dsp:nvSpPr>
      <dsp:spPr>
        <a:xfrm>
          <a:off x="3485581" y="3728543"/>
          <a:ext cx="2244125" cy="1346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964" tIns="115427" rIns="109964" bIns="115427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For validating its usage</a:t>
          </a:r>
        </a:p>
      </dsp:txBody>
      <dsp:txXfrm>
        <a:off x="3485581" y="3728543"/>
        <a:ext cx="2244125" cy="13464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CACFD-6494-44F9-B4D6-5DBE0B5F2FDA}">
      <dsp:nvSpPr>
        <dsp:cNvPr id="0" name=""/>
        <dsp:cNvSpPr/>
      </dsp:nvSpPr>
      <dsp:spPr>
        <a:xfrm>
          <a:off x="350684" y="718900"/>
          <a:ext cx="1081916" cy="10819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3AEED-9E20-449A-9632-F97F0CEF22AE}">
      <dsp:nvSpPr>
        <dsp:cNvPr id="0" name=""/>
        <dsp:cNvSpPr/>
      </dsp:nvSpPr>
      <dsp:spPr>
        <a:xfrm>
          <a:off x="581257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211432-848B-4205-BDE0-9A9CECFFEC4F}">
      <dsp:nvSpPr>
        <dsp:cNvPr id="0" name=""/>
        <dsp:cNvSpPr/>
      </dsp:nvSpPr>
      <dsp:spPr>
        <a:xfrm>
          <a:off x="4826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📸 Photo editing apps (background removal) </a:t>
          </a:r>
        </a:p>
      </dsp:txBody>
      <dsp:txXfrm>
        <a:off x="4826" y="2137806"/>
        <a:ext cx="1773632" cy="709453"/>
      </dsp:txXfrm>
    </dsp:sp>
    <dsp:sp modelId="{4A944A09-C954-4D30-A470-B59DBBE4FFFE}">
      <dsp:nvSpPr>
        <dsp:cNvPr id="0" name=""/>
        <dsp:cNvSpPr/>
      </dsp:nvSpPr>
      <dsp:spPr>
        <a:xfrm>
          <a:off x="2434703" y="718900"/>
          <a:ext cx="1081916" cy="108191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264FFA-E638-4945-9AAC-B40C3A060D07}">
      <dsp:nvSpPr>
        <dsp:cNvPr id="0" name=""/>
        <dsp:cNvSpPr/>
      </dsp:nvSpPr>
      <dsp:spPr>
        <a:xfrm>
          <a:off x="2665275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14F97-5A60-4D7D-B264-56224A11F679}">
      <dsp:nvSpPr>
        <dsp:cNvPr id="0" name=""/>
        <dsp:cNvSpPr/>
      </dsp:nvSpPr>
      <dsp:spPr>
        <a:xfrm>
          <a:off x="2088845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🛍️ E-commerce (product isolation) </a:t>
          </a:r>
        </a:p>
      </dsp:txBody>
      <dsp:txXfrm>
        <a:off x="2088845" y="2137806"/>
        <a:ext cx="1773632" cy="709453"/>
      </dsp:txXfrm>
    </dsp:sp>
    <dsp:sp modelId="{60609D08-4064-4F5A-B3B1-6B05080B0A04}">
      <dsp:nvSpPr>
        <dsp:cNvPr id="0" name=""/>
        <dsp:cNvSpPr/>
      </dsp:nvSpPr>
      <dsp:spPr>
        <a:xfrm>
          <a:off x="4518721" y="718900"/>
          <a:ext cx="1081916" cy="108191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A3EE9-4596-4E2D-9F1F-5787092254F6}">
      <dsp:nvSpPr>
        <dsp:cNvPr id="0" name=""/>
        <dsp:cNvSpPr/>
      </dsp:nvSpPr>
      <dsp:spPr>
        <a:xfrm>
          <a:off x="4749294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1A4F9-52D9-426C-8810-7385FE6256DE}">
      <dsp:nvSpPr>
        <dsp:cNvPr id="0" name=""/>
        <dsp:cNvSpPr/>
      </dsp:nvSpPr>
      <dsp:spPr>
        <a:xfrm>
          <a:off x="4172863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🚗 Autonomous driving (object detection) </a:t>
          </a:r>
        </a:p>
      </dsp:txBody>
      <dsp:txXfrm>
        <a:off x="4172863" y="2137806"/>
        <a:ext cx="1773632" cy="709453"/>
      </dsp:txXfrm>
    </dsp:sp>
    <dsp:sp modelId="{9DEB3E80-D72E-43BD-A073-FEDCCE2E40FF}">
      <dsp:nvSpPr>
        <dsp:cNvPr id="0" name=""/>
        <dsp:cNvSpPr/>
      </dsp:nvSpPr>
      <dsp:spPr>
        <a:xfrm>
          <a:off x="6602740" y="718900"/>
          <a:ext cx="1081916" cy="108191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4699AB-2155-46AF-A01A-5FA37BEC5ADB}">
      <dsp:nvSpPr>
        <dsp:cNvPr id="0" name=""/>
        <dsp:cNvSpPr/>
      </dsp:nvSpPr>
      <dsp:spPr>
        <a:xfrm>
          <a:off x="6833312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B3082-D416-4AA8-9EB9-22DDAD82DFFC}">
      <dsp:nvSpPr>
        <dsp:cNvPr id="0" name=""/>
        <dsp:cNvSpPr/>
      </dsp:nvSpPr>
      <dsp:spPr>
        <a:xfrm>
          <a:off x="6256882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🏥 Medical imaging (organ segmentation) </a:t>
          </a:r>
        </a:p>
      </dsp:txBody>
      <dsp:txXfrm>
        <a:off x="6256882" y="2137806"/>
        <a:ext cx="1773632" cy="709453"/>
      </dsp:txXfrm>
    </dsp:sp>
    <dsp:sp modelId="{BF8BCB9D-D992-48D4-BA1B-CD6C7C380C2C}">
      <dsp:nvSpPr>
        <dsp:cNvPr id="0" name=""/>
        <dsp:cNvSpPr/>
      </dsp:nvSpPr>
      <dsp:spPr>
        <a:xfrm>
          <a:off x="8686759" y="718900"/>
          <a:ext cx="1081916" cy="108191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74091-3EBB-4B69-AE1E-7AF1F232E94C}">
      <dsp:nvSpPr>
        <dsp:cNvPr id="0" name=""/>
        <dsp:cNvSpPr/>
      </dsp:nvSpPr>
      <dsp:spPr>
        <a:xfrm>
          <a:off x="8917331" y="949472"/>
          <a:ext cx="620771" cy="6207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43E85-32DD-4EFC-AF00-3BF72CAF4212}">
      <dsp:nvSpPr>
        <dsp:cNvPr id="0" name=""/>
        <dsp:cNvSpPr/>
      </dsp:nvSpPr>
      <dsp:spPr>
        <a:xfrm>
          <a:off x="8340900" y="2137806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🎮 AR/VR applications </a:t>
          </a:r>
        </a:p>
      </dsp:txBody>
      <dsp:txXfrm>
        <a:off x="8340900" y="2137806"/>
        <a:ext cx="1773632" cy="709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9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ifferent Hand Drawn Graphs">
            <a:extLst>
              <a:ext uri="{FF2B5EF4-FFF2-40B4-BE49-F238E27FC236}">
                <a16:creationId xmlns:a16="http://schemas.microsoft.com/office/drawing/2014/main" id="{D9F225BA-5CF4-5FB3-4637-16E8045895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6250" b="6250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510" y="643467"/>
            <a:ext cx="5695485" cy="3569242"/>
          </a:xfrm>
        </p:spPr>
        <p:txBody>
          <a:bodyPr anchor="t">
            <a:normAutofit/>
          </a:bodyPr>
          <a:lstStyle/>
          <a:p>
            <a:pPr algn="l"/>
            <a:r>
              <a:rPr lang="en-US" sz="5200"/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119" y="2761994"/>
            <a:ext cx="5493652" cy="3422314"/>
          </a:xfrm>
        </p:spPr>
        <p:txBody>
          <a:bodyPr anchor="b">
            <a:normAutofit lnSpcReduction="10000"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  <a:latin typeface="Aptos"/>
                <a:ea typeface="+mn-lt"/>
                <a:cs typeface="+mn-lt"/>
              </a:rPr>
              <a:t>The challenge lies in enabling machines to understand visual scenes and distinguish the most important object from irrelevant background information</a:t>
            </a:r>
            <a:r>
              <a:rPr lang="en-US" sz="2000" b="1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algn="l"/>
            <a:endParaRPr lang="en-US" sz="2800" b="1" dirty="0">
              <a:solidFill>
                <a:schemeClr val="bg1"/>
              </a:solidFill>
              <a:ea typeface="+mn-lt"/>
              <a:cs typeface="+mn-lt"/>
            </a:endParaRPr>
          </a:p>
          <a:p>
            <a:pPr algn="l"/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This project aims to develop a </a:t>
            </a:r>
            <a:r>
              <a:rPr lang="en-US" sz="1800" b="1">
                <a:solidFill>
                  <a:schemeClr val="bg1"/>
                </a:solidFill>
                <a:ea typeface="+mn-lt"/>
                <a:cs typeface="+mn-lt"/>
              </a:rPr>
              <a:t>deep learning-based segmentation system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800">
                <a:solidFill>
                  <a:schemeClr val="bg1"/>
                </a:solidFill>
                <a:ea typeface="+mn-lt"/>
                <a:cs typeface="+mn-lt"/>
              </a:rPr>
              <a:t>that:</a:t>
            </a:r>
            <a:endParaRPr lang="en-US" sz="1800">
              <a:solidFill>
                <a:schemeClr val="bg1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Identifies the primary subject </a:t>
            </a:r>
            <a:endParaRPr lang="en-US" sz="18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 dirty="0">
                <a:solidFill>
                  <a:srgbClr val="FFFFFF"/>
                </a:solidFill>
                <a:ea typeface="+mn-lt"/>
                <a:cs typeface="+mn-lt"/>
              </a:rPr>
              <a:t>Generates accurate masks </a:t>
            </a:r>
            <a:endParaRPr lang="en-US" sz="1800" dirty="0">
              <a:solidFill>
                <a:srgbClr val="FFFFFF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ea typeface="+mn-lt"/>
                <a:cs typeface="+mn-lt"/>
              </a:rPr>
              <a:t>Extracts the subject from background</a:t>
            </a:r>
            <a:endParaRPr lang="en-US" sz="1800">
              <a:solidFill>
                <a:srgbClr val="FFFFFF"/>
              </a:solidFill>
            </a:endParaRPr>
          </a:p>
          <a:p>
            <a:pPr algn="l"/>
            <a:endParaRPr lang="en-US" sz="800">
              <a:solidFill>
                <a:srgbClr val="FFFFFF"/>
              </a:solidFill>
            </a:endParaRPr>
          </a:p>
          <a:p>
            <a:pPr algn="l"/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 up of a heart beat&#10;&#10;AI-generated content may be incorrect.">
            <a:extLst>
              <a:ext uri="{FF2B5EF4-FFF2-40B4-BE49-F238E27FC236}">
                <a16:creationId xmlns:a16="http://schemas.microsoft.com/office/drawing/2014/main" id="{E315BC81-C19F-07C9-DD9F-8E97AA85E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5103" y="428138"/>
            <a:ext cx="3848100" cy="200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21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E29B6-3CD9-0EBC-4133-B8F30B469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270" y="935240"/>
            <a:ext cx="5355771" cy="8368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Overview about application</a:t>
            </a: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41571" y="70488"/>
            <a:ext cx="3501861" cy="3501861"/>
            <a:chOff x="4690043" y="291695"/>
            <a:chExt cx="3055711" cy="3055711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5057" y="3240578"/>
            <a:ext cx="3297290" cy="3297290"/>
            <a:chOff x="4690043" y="291695"/>
            <a:chExt cx="3055711" cy="305571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30573"/>
            <a:ext cx="3483100" cy="34831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0828" y="1091857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 descr="A white face on a black background&#10;&#10;AI-generated content may be incorrect.">
            <a:extLst>
              <a:ext uri="{FF2B5EF4-FFF2-40B4-BE49-F238E27FC236}">
                <a16:creationId xmlns:a16="http://schemas.microsoft.com/office/drawing/2014/main" id="{210506C4-DD0A-0CA5-68EB-D5B4E926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213" y="1439571"/>
            <a:ext cx="2584794" cy="652660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93" y="3195231"/>
            <a:ext cx="3281677" cy="328167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4126F2C8-C2BB-8599-65EE-937663FF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77" b="254"/>
          <a:stretch>
            <a:fillRect/>
          </a:stretch>
        </p:blipFill>
        <p:spPr>
          <a:xfrm>
            <a:off x="940514" y="4200324"/>
            <a:ext cx="2318835" cy="1304334"/>
          </a:xfrm>
          <a:prstGeom prst="rect">
            <a:avLst/>
          </a:prstGeom>
        </p:spPr>
      </p:pic>
      <p:grpSp>
        <p:nvGrpSpPr>
          <p:cNvPr id="45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97585" y="3139252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2" name="TextBox 3">
            <a:extLst>
              <a:ext uri="{FF2B5EF4-FFF2-40B4-BE49-F238E27FC236}">
                <a16:creationId xmlns:a16="http://schemas.microsoft.com/office/drawing/2014/main" id="{27D6E4C3-0FAB-6AF9-0DD0-D533271698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6497678"/>
              </p:ext>
            </p:extLst>
          </p:nvPr>
        </p:nvGraphicFramePr>
        <p:xfrm>
          <a:off x="5168194" y="2085550"/>
          <a:ext cx="7026309" cy="4269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0400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3D black and red cube illustration">
            <a:extLst>
              <a:ext uri="{FF2B5EF4-FFF2-40B4-BE49-F238E27FC236}">
                <a16:creationId xmlns:a16="http://schemas.microsoft.com/office/drawing/2014/main" id="{3B8B584D-A845-6A91-036D-0C90BFE660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" r="30134" b="8299"/>
          <a:stretch>
            <a:fillRect/>
          </a:stretch>
        </p:blipFill>
        <p:spPr>
          <a:xfrm>
            <a:off x="3043776" y="10"/>
            <a:ext cx="866953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1D862-5DC7-311B-11CF-97518699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Tech Stack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50ECE-8477-3031-0025-9B329127E8AB}"/>
              </a:ext>
            </a:extLst>
          </p:cNvPr>
          <p:cNvSpPr txBox="1"/>
          <p:nvPr/>
        </p:nvSpPr>
        <p:spPr>
          <a:xfrm>
            <a:off x="410170" y="2718054"/>
            <a:ext cx="3937137" cy="320725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>
                <a:solidFill>
                  <a:schemeClr val="bg1"/>
                </a:solidFill>
              </a:rPr>
              <a:t>🧠 AI / ML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PyTorch</a:t>
            </a:r>
            <a:r>
              <a:rPr lang="en-US" sz="1600">
                <a:solidFill>
                  <a:schemeClr val="bg1"/>
                </a:solidFill>
              </a:rPr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segmentation_models_pytorch</a:t>
            </a:r>
            <a:r>
              <a:rPr lang="en-US" sz="1600">
                <a:solidFill>
                  <a:schemeClr val="bg1"/>
                </a:solidFill>
              </a:rPr>
              <a:t>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DeepLabV3+ (ResNet50 encoder)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📊 Data Processing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OpenCV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NumPy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COCO Dataset (2017)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>
                <a:solidFill>
                  <a:schemeClr val="bg1"/>
                </a:solidFill>
              </a:rPr>
              <a:t>🖥️ Frontend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Streamlit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30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loseup of a key and a keyhole">
            <a:extLst>
              <a:ext uri="{FF2B5EF4-FFF2-40B4-BE49-F238E27FC236}">
                <a16:creationId xmlns:a16="http://schemas.microsoft.com/office/drawing/2014/main" id="{98402BA4-47E1-27AE-8061-38DBF38084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0334" b="507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AB6805-E93F-2068-9FBD-1ED2B5041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13339" y="1065862"/>
            <a:ext cx="7596493" cy="4726276"/>
          </a:xfrm>
        </p:spPr>
        <p:txBody>
          <a:bodyPr>
            <a:normAutofit/>
          </a:bodyPr>
          <a:lstStyle/>
          <a:p>
            <a:pPr algn="r"/>
            <a:r>
              <a:rPr lang="en-US" sz="8000">
                <a:ln w="22225">
                  <a:solidFill>
                    <a:srgbClr val="FFFFFF"/>
                  </a:solidFill>
                </a:ln>
                <a:noFill/>
              </a:rPr>
              <a:t>Key features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E91F2-2F95-C581-7D20-92ED32720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6026" y="763017"/>
            <a:ext cx="4123771" cy="5136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✅ Preprocessing with: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Resize (512×512)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Gaussian Blur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CLAHE enhancement </a:t>
            </a: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✅ Smart Mask Generation: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Select </a:t>
            </a:r>
            <a:r>
              <a:rPr lang="en-US" sz="1000" b="1">
                <a:solidFill>
                  <a:srgbClr val="FFFFFF"/>
                </a:solidFill>
                <a:ea typeface="+mn-lt"/>
                <a:cs typeface="+mn-lt"/>
              </a:rPr>
              <a:t>largest object only</a:t>
            </a:r>
            <a:r>
              <a:rPr lang="en-US" sz="10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endParaRPr lang="en-US" sz="10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Remove noise using morphology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Skip empty &amp; small masks </a:t>
            </a:r>
            <a:endParaRPr lang="en-US" sz="1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✅ Advanced Model: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DeepLabV3+ (better than basic U-Net)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Transfer learning (ResNet50) </a:t>
            </a:r>
            <a:endParaRPr lang="en-US" sz="1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✅ Training Enhancements: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Combined Loss (BCE + Dice)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 err="1">
                <a:solidFill>
                  <a:srgbClr val="FFFFFF"/>
                </a:solidFill>
                <a:ea typeface="+mn-lt"/>
                <a:cs typeface="+mn-lt"/>
              </a:rPr>
              <a:t>IoU</a:t>
            </a: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 + Pixel Accuracy metrics </a:t>
            </a:r>
            <a:endParaRPr lang="en-US" sz="1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✅ Interactive UI: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Upload image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View mask &amp; result </a:t>
            </a:r>
            <a:endParaRPr lang="en-US" sz="10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FFFFF"/>
                </a:solidFill>
                <a:ea typeface="+mn-lt"/>
                <a:cs typeface="+mn-lt"/>
              </a:rPr>
              <a:t>Download output</a:t>
            </a:r>
            <a:endParaRPr lang="en-US" sz="1000">
              <a:solidFill>
                <a:srgbClr val="FFFFFF"/>
              </a:solidFill>
            </a:endParaRPr>
          </a:p>
          <a:p>
            <a:endParaRPr lang="en-US"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485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nt">
            <a:extLst>
              <a:ext uri="{FF2B5EF4-FFF2-40B4-BE49-F238E27FC236}">
                <a16:creationId xmlns:a16="http://schemas.microsoft.com/office/drawing/2014/main" id="{DF8D6DF5-7A00-4A9D-BD50-E8BCC8F4D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A26D83B-1209-3DBF-B469-35628586F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34306"/>
          </a:xfrm>
          <a:prstGeom prst="rect">
            <a:avLst/>
          </a:prstGeom>
          <a:ln>
            <a:noFill/>
          </a:ln>
          <a:effectLst>
            <a:outerShdw blurRad="330200" dist="762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5F949-428C-AB60-03ED-F79723A6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6494" y="1497563"/>
            <a:ext cx="4888699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Potential Challenges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1F63C-12C1-E61A-23D8-22FF53B97EB6}"/>
              </a:ext>
            </a:extLst>
          </p:cNvPr>
          <p:cNvSpPr txBox="1"/>
          <p:nvPr/>
        </p:nvSpPr>
        <p:spPr>
          <a:xfrm>
            <a:off x="1022588" y="2831941"/>
            <a:ext cx="484262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 COCO dataset complexity (multiple objects)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 Noisy annotations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Small object detection issues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 Class imbalance (foreground vs background)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 High computation (GPU required)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More </a:t>
            </a:r>
            <a:r>
              <a:rPr lang="en-US" dirty="0" err="1"/>
              <a:t>power,more</a:t>
            </a:r>
            <a:r>
              <a:rPr lang="en-US" dirty="0"/>
              <a:t> computation and time.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0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C74D1-456C-3B3A-16F1-619A4C25F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684367"/>
            <a:ext cx="5270987" cy="580979"/>
          </a:xfrm>
        </p:spPr>
        <p:txBody>
          <a:bodyPr anchor="t">
            <a:normAutofit fontScale="90000"/>
          </a:bodyPr>
          <a:lstStyle/>
          <a:p>
            <a:r>
              <a:rPr lang="en-US" sz="4000">
                <a:solidFill>
                  <a:schemeClr val="bg1"/>
                </a:solidFill>
              </a:rPr>
              <a:t>Solution Approach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5F4291F1-C262-7950-B773-9BDE558FE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6140449" cy="2862288"/>
          </a:xfrm>
        </p:spPr>
        <p:txBody>
          <a:bodyPr>
            <a:normAutofit/>
          </a:bodyPr>
          <a:lstStyle/>
          <a:p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41" name="Picture 40" descr="Two arrows forming one">
            <a:extLst>
              <a:ext uri="{FF2B5EF4-FFF2-40B4-BE49-F238E27FC236}">
                <a16:creationId xmlns:a16="http://schemas.microsoft.com/office/drawing/2014/main" id="{04535834-F01D-7053-2B69-7C484F5F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92" r="31316" b="3"/>
          <a:stretch>
            <a:fillRect/>
          </a:stretch>
        </p:blipFill>
        <p:spPr>
          <a:xfrm>
            <a:off x="7668829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8B60959F-9B69-4520-A16E-EA6BECC7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D5A6E8-CD1B-4796-ABD1-A6F27F6C0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7E12F56-F4EE-4535-8677-C11996E24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5" name="TextBox 3">
            <a:extLst>
              <a:ext uri="{FF2B5EF4-FFF2-40B4-BE49-F238E27FC236}">
                <a16:creationId xmlns:a16="http://schemas.microsoft.com/office/drawing/2014/main" id="{F0766F41-1FF1-B58E-23FB-6F3FE044786D}"/>
              </a:ext>
            </a:extLst>
          </p:cNvPr>
          <p:cNvGraphicFramePr/>
          <p:nvPr/>
        </p:nvGraphicFramePr>
        <p:xfrm>
          <a:off x="710286" y="1415540"/>
          <a:ext cx="6455014" cy="5078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8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EC99FF-DDF9-10AF-14E9-29D6EA4F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           Practical Applicati</a:t>
            </a:r>
            <a:r>
              <a:rPr lang="en-US" sz="4000">
                <a:solidFill>
                  <a:schemeClr val="tx2"/>
                </a:solidFill>
                <a:latin typeface="Aptos Display"/>
              </a:rPr>
              <a:t>ons</a:t>
            </a:r>
            <a:r>
              <a:rPr lang="en-US" sz="4000">
                <a:solidFill>
                  <a:schemeClr val="tx2"/>
                </a:solidFill>
              </a:rPr>
              <a:t> in Real-time usage</a:t>
            </a:r>
          </a:p>
        </p:txBody>
      </p:sp>
      <p:graphicFrame>
        <p:nvGraphicFramePr>
          <p:cNvPr id="36" name="TextBox 3">
            <a:extLst>
              <a:ext uri="{FF2B5EF4-FFF2-40B4-BE49-F238E27FC236}">
                <a16:creationId xmlns:a16="http://schemas.microsoft.com/office/drawing/2014/main" id="{5D879A52-0A71-775E-A098-6747AA13F7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921531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916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75A11-AF7C-2870-27C9-3B46F2AD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Answerable to which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C697-8763-1DEF-FCEB-8D04558ED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146400"/>
            <a:ext cx="4394200" cy="2454300"/>
          </a:xfrm>
        </p:spPr>
        <p:txBody>
          <a:bodyPr>
            <a:normAutofit/>
          </a:bodyPr>
          <a:lstStyle/>
          <a:p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DDC4E9C8-677D-9441-D7F3-8D55783075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412" b="-3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24E0C6D-281F-F352-15A2-6DC52C4EEF93}"/>
              </a:ext>
            </a:extLst>
          </p:cNvPr>
          <p:cNvSpPr txBox="1"/>
          <p:nvPr/>
        </p:nvSpPr>
        <p:spPr>
          <a:xfrm>
            <a:off x="703386" y="3350846"/>
            <a:ext cx="435707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“How to automatically extract the main subject from complex real-world images?”</a:t>
            </a:r>
            <a:endParaRPr lang="en-US">
              <a:solidFill>
                <a:schemeClr val="bg1"/>
              </a:solidFill>
            </a:endParaRPr>
          </a:p>
          <a:p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Eliminates manual editing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Works on large-scale datasets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Enables automation in vision tasks</a:t>
            </a:r>
            <a:endParaRPr lang="en-US"/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en-US" b="1" dirty="0">
              <a:solidFill>
                <a:srgbClr val="FFFFFF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26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inoculars looking out on island lighthouse">
            <a:extLst>
              <a:ext uri="{FF2B5EF4-FFF2-40B4-BE49-F238E27FC236}">
                <a16:creationId xmlns:a16="http://schemas.microsoft.com/office/drawing/2014/main" id="{CC1499A5-9C60-0563-FA29-C491A571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8" t="9090" r="23011" b="8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1F1E2-ACD4-52EB-FC80-165F00204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Future Scope/Improvements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C01E-1D58-540F-2184-7A793FD3F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14CD9-A470-EDAB-9F53-75DAF8F509EF}"/>
              </a:ext>
            </a:extLst>
          </p:cNvPr>
          <p:cNvSpPr txBox="1"/>
          <p:nvPr/>
        </p:nvSpPr>
        <p:spPr>
          <a:xfrm>
            <a:off x="429532" y="2717186"/>
            <a:ext cx="632321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Multi-class segmentation (not just main subject)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Instance segmentation (Mask R-CNN)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Real-time inference optimization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Deploy as web/mobile API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Improve accuracy with:</a:t>
            </a: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   Data augmentation 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   Larger dataset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           Transformer-based models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500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Problem Statement</vt:lpstr>
      <vt:lpstr>Overview about application</vt:lpstr>
      <vt:lpstr>Tech Stack </vt:lpstr>
      <vt:lpstr>Key features</vt:lpstr>
      <vt:lpstr>Potential Challenges </vt:lpstr>
      <vt:lpstr>Solution Approach</vt:lpstr>
      <vt:lpstr>           Practical Applications in Real-time usage</vt:lpstr>
      <vt:lpstr>Answerable to which Problem </vt:lpstr>
      <vt:lpstr>Future Scope/Improvements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249</cp:revision>
  <dcterms:created xsi:type="dcterms:W3CDTF">2026-03-23T17:10:06Z</dcterms:created>
  <dcterms:modified xsi:type="dcterms:W3CDTF">2026-03-23T18:47:32Z</dcterms:modified>
</cp:coreProperties>
</file>